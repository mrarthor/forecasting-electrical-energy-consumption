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60" r:id="rId3"/>
    <p:sldId id="259" r:id="rId4"/>
    <p:sldId id="261" r:id="rId5"/>
    <p:sldId id="272" r:id="rId6"/>
    <p:sldId id="270" r:id="rId7"/>
    <p:sldId id="271" r:id="rId8"/>
    <p:sldId id="262" r:id="rId9"/>
    <p:sldId id="265" r:id="rId10"/>
    <p:sldId id="266" r:id="rId11"/>
    <p:sldId id="263" r:id="rId12"/>
    <p:sldId id="269" r:id="rId13"/>
    <p:sldId id="264"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35DE92-19EB-4F92-9BDD-1657187220D6}" v="24" dt="2025-02-18T04:50:54.340"/>
    <p1510:client id="{86364085-FEAA-4369-97E0-FB8A68D62F80}" v="245" dt="2025-02-18T05:52:42.362"/>
    <p1510:client id="{9BF51EDF-E462-4445-9996-0D353D537123}" v="3" dt="2025-02-17T11:04:23.3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mik Parashar" userId="cc60451c2f5362ef" providerId="Windows Live" clId="Web-{4135DE92-19EB-4F92-9BDD-1657187220D6}"/>
    <pc:docChg chg="modSld">
      <pc:chgData name="Marmik Parashar" userId="cc60451c2f5362ef" providerId="Windows Live" clId="Web-{4135DE92-19EB-4F92-9BDD-1657187220D6}" dt="2025-02-18T04:50:52.293" v="21" actId="20577"/>
      <pc:docMkLst>
        <pc:docMk/>
      </pc:docMkLst>
      <pc:sldChg chg="modSp">
        <pc:chgData name="Marmik Parashar" userId="cc60451c2f5362ef" providerId="Windows Live" clId="Web-{4135DE92-19EB-4F92-9BDD-1657187220D6}" dt="2025-02-18T04:50:52.293" v="21" actId="20577"/>
        <pc:sldMkLst>
          <pc:docMk/>
          <pc:sldMk cId="4140486868" sldId="260"/>
        </pc:sldMkLst>
        <pc:spChg chg="mod">
          <ac:chgData name="Marmik Parashar" userId="cc60451c2f5362ef" providerId="Windows Live" clId="Web-{4135DE92-19EB-4F92-9BDD-1657187220D6}" dt="2025-02-18T04:50:52.293" v="21" actId="20577"/>
          <ac:spMkLst>
            <pc:docMk/>
            <pc:sldMk cId="4140486868" sldId="260"/>
            <ac:spMk id="4" creationId="{528918E2-BD3B-D6C5-F4D6-BC2A5BC69C3B}"/>
          </ac:spMkLst>
        </pc:spChg>
      </pc:sldChg>
    </pc:docChg>
  </pc:docChgLst>
  <pc:docChgLst>
    <pc:chgData name="Vansh Sachdev" userId="dfd929aa4a73c714" providerId="LiveId" clId="{86364085-FEAA-4369-97E0-FB8A68D62F80}"/>
    <pc:docChg chg="undo custSel addSld delSld modSld sldOrd">
      <pc:chgData name="Vansh Sachdev" userId="dfd929aa4a73c714" providerId="LiveId" clId="{86364085-FEAA-4369-97E0-FB8A68D62F80}" dt="2025-02-18T05:52:42.362" v="660" actId="26606"/>
      <pc:docMkLst>
        <pc:docMk/>
      </pc:docMkLst>
      <pc:sldChg chg="addSp delSp modSp mod modAnim delDesignElem">
        <pc:chgData name="Vansh Sachdev" userId="dfd929aa4a73c714" providerId="LiveId" clId="{86364085-FEAA-4369-97E0-FB8A68D62F80}" dt="2025-02-18T04:43:24.803" v="472"/>
        <pc:sldMkLst>
          <pc:docMk/>
          <pc:sldMk cId="930523695" sldId="256"/>
        </pc:sldMkLst>
        <pc:spChg chg="mod">
          <ac:chgData name="Vansh Sachdev" userId="dfd929aa4a73c714" providerId="LiveId" clId="{86364085-FEAA-4369-97E0-FB8A68D62F80}" dt="2025-02-18T04:43:24.803" v="472"/>
          <ac:spMkLst>
            <pc:docMk/>
            <pc:sldMk cId="930523695" sldId="256"/>
            <ac:spMk id="2" creationId="{34BB250A-1BDE-86D2-9B0A-973B4B096508}"/>
          </ac:spMkLst>
        </pc:spChg>
        <pc:spChg chg="mod">
          <ac:chgData name="Vansh Sachdev" userId="dfd929aa4a73c714" providerId="LiveId" clId="{86364085-FEAA-4369-97E0-FB8A68D62F80}" dt="2025-02-18T04:43:24.803" v="472"/>
          <ac:spMkLst>
            <pc:docMk/>
            <pc:sldMk cId="930523695" sldId="256"/>
            <ac:spMk id="3" creationId="{F65F8618-CFB2-5992-9041-C2650C91BE6D}"/>
          </ac:spMkLst>
        </pc:spChg>
        <pc:spChg chg="add del">
          <ac:chgData name="Vansh Sachdev" userId="dfd929aa4a73c714" providerId="LiveId" clId="{86364085-FEAA-4369-97E0-FB8A68D62F80}" dt="2025-02-18T04:35:42.668" v="438" actId="26606"/>
          <ac:spMkLst>
            <pc:docMk/>
            <pc:sldMk cId="930523695" sldId="256"/>
            <ac:spMk id="26" creationId="{E49D7415-2F11-44C2-B6AA-13A25B6814B9}"/>
          </ac:spMkLst>
        </pc:spChg>
        <pc:spChg chg="add del">
          <ac:chgData name="Vansh Sachdev" userId="dfd929aa4a73c714" providerId="LiveId" clId="{86364085-FEAA-4369-97E0-FB8A68D62F80}" dt="2025-02-18T04:43:24.803" v="472"/>
          <ac:spMkLst>
            <pc:docMk/>
            <pc:sldMk cId="930523695" sldId="256"/>
            <ac:spMk id="1035" creationId="{E53615EE-C559-4E03-999B-5477F1626FE5}"/>
          </ac:spMkLst>
        </pc:spChg>
        <pc:picChg chg="mod">
          <ac:chgData name="Vansh Sachdev" userId="dfd929aa4a73c714" providerId="LiveId" clId="{86364085-FEAA-4369-97E0-FB8A68D62F80}" dt="2025-02-18T04:35:42.668" v="438" actId="26606"/>
          <ac:picMkLst>
            <pc:docMk/>
            <pc:sldMk cId="930523695" sldId="256"/>
            <ac:picMk id="5" creationId="{6A933036-A3EF-CCB1-B04E-A5903E1DF712}"/>
          </ac:picMkLst>
        </pc:picChg>
        <pc:picChg chg="add mod ord">
          <ac:chgData name="Vansh Sachdev" userId="dfd929aa4a73c714" providerId="LiveId" clId="{86364085-FEAA-4369-97E0-FB8A68D62F80}" dt="2025-02-18T04:35:42.668" v="438" actId="26606"/>
          <ac:picMkLst>
            <pc:docMk/>
            <pc:sldMk cId="930523695" sldId="256"/>
            <ac:picMk id="1026" creationId="{FE4FB3FF-BD38-BDA6-5CB7-2A97312A907C}"/>
          </ac:picMkLst>
        </pc:picChg>
        <pc:cxnChg chg="add del">
          <ac:chgData name="Vansh Sachdev" userId="dfd929aa4a73c714" providerId="LiveId" clId="{86364085-FEAA-4369-97E0-FB8A68D62F80}" dt="2025-02-18T04:35:42.668" v="438" actId="26606"/>
          <ac:cxnSpMkLst>
            <pc:docMk/>
            <pc:sldMk cId="930523695" sldId="256"/>
            <ac:cxnSpMk id="28" creationId="{511FC409-B3C2-4F68-865C-C5333D6F2710}"/>
          </ac:cxnSpMkLst>
        </pc:cxnChg>
        <pc:cxnChg chg="add del">
          <ac:chgData name="Vansh Sachdev" userId="dfd929aa4a73c714" providerId="LiveId" clId="{86364085-FEAA-4369-97E0-FB8A68D62F80}" dt="2025-02-18T04:43:24.803" v="472"/>
          <ac:cxnSpMkLst>
            <pc:docMk/>
            <pc:sldMk cId="930523695" sldId="256"/>
            <ac:cxnSpMk id="1031" creationId="{F64F9B95-9045-48D2-B9F3-2927E98F54AA}"/>
          </ac:cxnSpMkLst>
        </pc:cxnChg>
        <pc:cxnChg chg="del">
          <ac:chgData name="Vansh Sachdev" userId="dfd929aa4a73c714" providerId="LiveId" clId="{86364085-FEAA-4369-97E0-FB8A68D62F80}" dt="2025-02-18T04:43:24.803" v="472"/>
          <ac:cxnSpMkLst>
            <pc:docMk/>
            <pc:sldMk cId="930523695" sldId="256"/>
            <ac:cxnSpMk id="1033" creationId="{085AA86F-6A4D-4BCB-A045-D992CDC2959B}"/>
          </ac:cxnSpMkLst>
        </pc:cxnChg>
        <pc:cxnChg chg="add del">
          <ac:chgData name="Vansh Sachdev" userId="dfd929aa4a73c714" providerId="LiveId" clId="{86364085-FEAA-4369-97E0-FB8A68D62F80}" dt="2025-02-18T04:43:24.803" v="472"/>
          <ac:cxnSpMkLst>
            <pc:docMk/>
            <pc:sldMk cId="930523695" sldId="256"/>
            <ac:cxnSpMk id="1037" creationId="{799A8EBD-049C-48E6-97ED-C9102D78FC79}"/>
          </ac:cxnSpMkLst>
        </pc:cxnChg>
        <pc:cxnChg chg="add del">
          <ac:chgData name="Vansh Sachdev" userId="dfd929aa4a73c714" providerId="LiveId" clId="{86364085-FEAA-4369-97E0-FB8A68D62F80}" dt="2025-02-18T04:43:24.803" v="472"/>
          <ac:cxnSpMkLst>
            <pc:docMk/>
            <pc:sldMk cId="930523695" sldId="256"/>
            <ac:cxnSpMk id="1039" creationId="{07AB7C5C-C091-4C25-B1BD-93E2F6948C92}"/>
          </ac:cxnSpMkLst>
        </pc:cxnChg>
      </pc:sldChg>
      <pc:sldChg chg="modSp del mod modShow">
        <pc:chgData name="Vansh Sachdev" userId="dfd929aa4a73c714" providerId="LiveId" clId="{86364085-FEAA-4369-97E0-FB8A68D62F80}" dt="2025-02-17T09:59:06.389" v="119" actId="47"/>
        <pc:sldMkLst>
          <pc:docMk/>
          <pc:sldMk cId="1866807451" sldId="257"/>
        </pc:sldMkLst>
      </pc:sldChg>
      <pc:sldChg chg="modSp del mod modShow">
        <pc:chgData name="Vansh Sachdev" userId="dfd929aa4a73c714" providerId="LiveId" clId="{86364085-FEAA-4369-97E0-FB8A68D62F80}" dt="2025-02-17T10:00:13.319" v="154" actId="47"/>
        <pc:sldMkLst>
          <pc:docMk/>
          <pc:sldMk cId="933205813" sldId="258"/>
        </pc:sldMkLst>
      </pc:sldChg>
      <pc:sldChg chg="delSp modSp mod delDesignElem">
        <pc:chgData name="Vansh Sachdev" userId="dfd929aa4a73c714" providerId="LiveId" clId="{86364085-FEAA-4369-97E0-FB8A68D62F80}" dt="2025-02-18T04:43:24.803" v="472"/>
        <pc:sldMkLst>
          <pc:docMk/>
          <pc:sldMk cId="3422617770" sldId="259"/>
        </pc:sldMkLst>
        <pc:spChg chg="mod">
          <ac:chgData name="Vansh Sachdev" userId="dfd929aa4a73c714" providerId="LiveId" clId="{86364085-FEAA-4369-97E0-FB8A68D62F80}" dt="2025-02-17T11:03:03.793" v="435" actId="313"/>
          <ac:spMkLst>
            <pc:docMk/>
            <pc:sldMk cId="3422617770" sldId="259"/>
            <ac:spMk id="3" creationId="{95BB4CED-71A5-5C9E-147D-FC6A994F5FBC}"/>
          </ac:spMkLst>
        </pc:spChg>
        <pc:spChg chg="del">
          <ac:chgData name="Vansh Sachdev" userId="dfd929aa4a73c714" providerId="LiveId" clId="{86364085-FEAA-4369-97E0-FB8A68D62F80}" dt="2025-02-18T04:43:24.803" v="472"/>
          <ac:spMkLst>
            <pc:docMk/>
            <pc:sldMk cId="3422617770" sldId="259"/>
            <ac:spMk id="11" creationId="{E49D7415-2F11-44C2-B6AA-13A25B6814B9}"/>
          </ac:spMkLst>
        </pc:spChg>
        <pc:cxnChg chg="del">
          <ac:chgData name="Vansh Sachdev" userId="dfd929aa4a73c714" providerId="LiveId" clId="{86364085-FEAA-4369-97E0-FB8A68D62F80}" dt="2025-02-18T04:43:24.803" v="472"/>
          <ac:cxnSpMkLst>
            <pc:docMk/>
            <pc:sldMk cId="3422617770" sldId="259"/>
            <ac:cxnSpMk id="13" creationId="{D2E57F3D-33BE-4306-87E6-245763719516}"/>
          </ac:cxnSpMkLst>
        </pc:cxnChg>
      </pc:sldChg>
      <pc:sldChg chg="addSp delSp modSp mod delDesignElem">
        <pc:chgData name="Vansh Sachdev" userId="dfd929aa4a73c714" providerId="LiveId" clId="{86364085-FEAA-4369-97E0-FB8A68D62F80}" dt="2025-02-18T04:43:25.887" v="474" actId="27636"/>
        <pc:sldMkLst>
          <pc:docMk/>
          <pc:sldMk cId="4140486868" sldId="260"/>
        </pc:sldMkLst>
        <pc:spChg chg="mod">
          <ac:chgData name="Vansh Sachdev" userId="dfd929aa4a73c714" providerId="LiveId" clId="{86364085-FEAA-4369-97E0-FB8A68D62F80}" dt="2025-02-17T09:59:21.988" v="135" actId="20577"/>
          <ac:spMkLst>
            <pc:docMk/>
            <pc:sldMk cId="4140486868" sldId="260"/>
            <ac:spMk id="2" creationId="{09B178B6-4F29-40D5-6BF6-540736D4E858}"/>
          </ac:spMkLst>
        </pc:spChg>
        <pc:spChg chg="mod">
          <ac:chgData name="Vansh Sachdev" userId="dfd929aa4a73c714" providerId="LiveId" clId="{86364085-FEAA-4369-97E0-FB8A68D62F80}" dt="2025-02-18T04:43:25.887" v="474" actId="27636"/>
          <ac:spMkLst>
            <pc:docMk/>
            <pc:sldMk cId="4140486868" sldId="260"/>
            <ac:spMk id="4" creationId="{528918E2-BD3B-D6C5-F4D6-BC2A5BC69C3B}"/>
          </ac:spMkLst>
        </pc:spChg>
        <pc:spChg chg="add del">
          <ac:chgData name="Vansh Sachdev" userId="dfd929aa4a73c714" providerId="LiveId" clId="{86364085-FEAA-4369-97E0-FB8A68D62F80}" dt="2025-02-18T04:43:24.803" v="472"/>
          <ac:spMkLst>
            <pc:docMk/>
            <pc:sldMk cId="4140486868" sldId="260"/>
            <ac:spMk id="19" creationId="{660EB578-C970-4186-B93C-45851BBC6E34}"/>
          </ac:spMkLst>
        </pc:spChg>
        <pc:picChg chg="mod">
          <ac:chgData name="Vansh Sachdev" userId="dfd929aa4a73c714" providerId="LiveId" clId="{86364085-FEAA-4369-97E0-FB8A68D62F80}" dt="2025-02-16T15:44:11.568" v="4" actId="26606"/>
          <ac:picMkLst>
            <pc:docMk/>
            <pc:sldMk cId="4140486868" sldId="260"/>
            <ac:picMk id="6" creationId="{1003C51E-0982-019C-ABB7-8A3B45555B19}"/>
          </ac:picMkLst>
        </pc:picChg>
        <pc:cxnChg chg="add del">
          <ac:chgData name="Vansh Sachdev" userId="dfd929aa4a73c714" providerId="LiveId" clId="{86364085-FEAA-4369-97E0-FB8A68D62F80}" dt="2025-02-18T04:43:24.803" v="472"/>
          <ac:cxnSpMkLst>
            <pc:docMk/>
            <pc:sldMk cId="4140486868" sldId="260"/>
            <ac:cxnSpMk id="21" creationId="{CDF57B02-07BB-407B-BB36-06D9C64A673E}"/>
          </ac:cxnSpMkLst>
        </pc:cxnChg>
        <pc:cxnChg chg="add del">
          <ac:chgData name="Vansh Sachdev" userId="dfd929aa4a73c714" providerId="LiveId" clId="{86364085-FEAA-4369-97E0-FB8A68D62F80}" dt="2025-02-18T04:43:24.803" v="472"/>
          <ac:cxnSpMkLst>
            <pc:docMk/>
            <pc:sldMk cId="4140486868" sldId="260"/>
            <ac:cxnSpMk id="23" creationId="{C6855964-C920-48EB-8804-74291211C8A9}"/>
          </ac:cxnSpMkLst>
        </pc:cxnChg>
      </pc:sldChg>
      <pc:sldChg chg="addSp delSp modSp mod delDesignElem">
        <pc:chgData name="Vansh Sachdev" userId="dfd929aa4a73c714" providerId="LiveId" clId="{86364085-FEAA-4369-97E0-FB8A68D62F80}" dt="2025-02-18T05:08:39.241" v="539" actId="478"/>
        <pc:sldMkLst>
          <pc:docMk/>
          <pc:sldMk cId="3055071450" sldId="261"/>
        </pc:sldMkLst>
        <pc:spChg chg="add del mod">
          <ac:chgData name="Vansh Sachdev" userId="dfd929aa4a73c714" providerId="LiveId" clId="{86364085-FEAA-4369-97E0-FB8A68D62F80}" dt="2025-02-18T05:08:39.241" v="539" actId="478"/>
          <ac:spMkLst>
            <pc:docMk/>
            <pc:sldMk cId="3055071450" sldId="261"/>
            <ac:spMk id="7" creationId="{2C0269FE-1ADC-EF64-7A26-9812748ED62E}"/>
          </ac:spMkLst>
        </pc:spChg>
        <pc:spChg chg="del">
          <ac:chgData name="Vansh Sachdev" userId="dfd929aa4a73c714" providerId="LiveId" clId="{86364085-FEAA-4369-97E0-FB8A68D62F80}" dt="2025-02-18T04:43:24.803" v="472"/>
          <ac:spMkLst>
            <pc:docMk/>
            <pc:sldMk cId="3055071450" sldId="261"/>
            <ac:spMk id="18" creationId="{33E93247-6229-44AB-A550-739E971E690B}"/>
          </ac:spMkLst>
        </pc:spChg>
        <pc:picChg chg="add del">
          <ac:chgData name="Vansh Sachdev" userId="dfd929aa4a73c714" providerId="LiveId" clId="{86364085-FEAA-4369-97E0-FB8A68D62F80}" dt="2025-02-18T05:08:39.241" v="539" actId="478"/>
          <ac:picMkLst>
            <pc:docMk/>
            <pc:sldMk cId="3055071450" sldId="261"/>
            <ac:picMk id="4" creationId="{31A5F819-BF59-682B-EB57-3DAF8DBA6801}"/>
          </ac:picMkLst>
        </pc:picChg>
        <pc:picChg chg="add mod">
          <ac:chgData name="Vansh Sachdev" userId="dfd929aa4a73c714" providerId="LiveId" clId="{86364085-FEAA-4369-97E0-FB8A68D62F80}" dt="2025-02-18T05:08:39.241" v="539" actId="478"/>
          <ac:picMkLst>
            <pc:docMk/>
            <pc:sldMk cId="3055071450" sldId="261"/>
            <ac:picMk id="5" creationId="{E6CC2A25-C5F1-39E0-B9B7-C5937770B5DF}"/>
          </ac:picMkLst>
        </pc:picChg>
        <pc:cxnChg chg="del">
          <ac:chgData name="Vansh Sachdev" userId="dfd929aa4a73c714" providerId="LiveId" clId="{86364085-FEAA-4369-97E0-FB8A68D62F80}" dt="2025-02-18T04:43:24.803" v="472"/>
          <ac:cxnSpMkLst>
            <pc:docMk/>
            <pc:sldMk cId="3055071450" sldId="261"/>
            <ac:cxnSpMk id="9" creationId="{F64F9B95-9045-48D2-B9F3-2927E98F54AA}"/>
          </ac:cxnSpMkLst>
        </pc:cxnChg>
        <pc:cxnChg chg="del">
          <ac:chgData name="Vansh Sachdev" userId="dfd929aa4a73c714" providerId="LiveId" clId="{86364085-FEAA-4369-97E0-FB8A68D62F80}" dt="2025-02-18T04:43:24.803" v="472"/>
          <ac:cxnSpMkLst>
            <pc:docMk/>
            <pc:sldMk cId="3055071450" sldId="261"/>
            <ac:cxnSpMk id="15" creationId="{EE2E603F-4A95-4FE8-BB06-211DFD75DBEF}"/>
          </ac:cxnSpMkLst>
        </pc:cxnChg>
        <pc:cxnChg chg="del">
          <ac:chgData name="Vansh Sachdev" userId="dfd929aa4a73c714" providerId="LiveId" clId="{86364085-FEAA-4369-97E0-FB8A68D62F80}" dt="2025-02-18T04:43:24.803" v="472"/>
          <ac:cxnSpMkLst>
            <pc:docMk/>
            <pc:sldMk cId="3055071450" sldId="261"/>
            <ac:cxnSpMk id="16" creationId="{085AA86F-6A4D-4BCB-A045-D992CDC2959B}"/>
          </ac:cxnSpMkLst>
        </pc:cxnChg>
        <pc:cxnChg chg="del">
          <ac:chgData name="Vansh Sachdev" userId="dfd929aa4a73c714" providerId="LiveId" clId="{86364085-FEAA-4369-97E0-FB8A68D62F80}" dt="2025-02-18T04:43:24.803" v="472"/>
          <ac:cxnSpMkLst>
            <pc:docMk/>
            <pc:sldMk cId="3055071450" sldId="261"/>
            <ac:cxnSpMk id="17" creationId="{4BF2B36B-4D1C-9E0A-B17B-23D805AECA9B}"/>
          </ac:cxnSpMkLst>
        </pc:cxnChg>
      </pc:sldChg>
      <pc:sldChg chg="addSp delSp modSp mod delDesignElem">
        <pc:chgData name="Vansh Sachdev" userId="dfd929aa4a73c714" providerId="LiveId" clId="{86364085-FEAA-4369-97E0-FB8A68D62F80}" dt="2025-02-18T04:46:00.519" v="485" actId="27614"/>
        <pc:sldMkLst>
          <pc:docMk/>
          <pc:sldMk cId="132475282" sldId="262"/>
        </pc:sldMkLst>
        <pc:spChg chg="mod">
          <ac:chgData name="Vansh Sachdev" userId="dfd929aa4a73c714" providerId="LiveId" clId="{86364085-FEAA-4369-97E0-FB8A68D62F80}" dt="2025-02-18T04:45:55.745" v="484" actId="26606"/>
          <ac:spMkLst>
            <pc:docMk/>
            <pc:sldMk cId="132475282" sldId="262"/>
            <ac:spMk id="2" creationId="{4D7C5803-BECF-A7BB-386F-59F593AC2BA1}"/>
          </ac:spMkLst>
        </pc:spChg>
        <pc:spChg chg="add">
          <ac:chgData name="Vansh Sachdev" userId="dfd929aa4a73c714" providerId="LiveId" clId="{86364085-FEAA-4369-97E0-FB8A68D62F80}" dt="2025-02-18T04:45:55.745" v="484" actId="26606"/>
          <ac:spMkLst>
            <pc:docMk/>
            <pc:sldMk cId="132475282" sldId="262"/>
            <ac:spMk id="6" creationId="{BA79A7CF-01AF-4178-9369-94E0C90EB046}"/>
          </ac:spMkLst>
        </pc:spChg>
        <pc:spChg chg="add">
          <ac:chgData name="Vansh Sachdev" userId="dfd929aa4a73c714" providerId="LiveId" clId="{86364085-FEAA-4369-97E0-FB8A68D62F80}" dt="2025-02-18T04:45:55.745" v="484" actId="26606"/>
          <ac:spMkLst>
            <pc:docMk/>
            <pc:sldMk cId="132475282" sldId="262"/>
            <ac:spMk id="7" creationId="{99413ED5-9ED4-4772-BCE4-2BCAE6B12E35}"/>
          </ac:spMkLst>
        </pc:spChg>
        <pc:spChg chg="add">
          <ac:chgData name="Vansh Sachdev" userId="dfd929aa4a73c714" providerId="LiveId" clId="{86364085-FEAA-4369-97E0-FB8A68D62F80}" dt="2025-02-18T04:45:55.745" v="484" actId="26606"/>
          <ac:spMkLst>
            <pc:docMk/>
            <pc:sldMk cId="132475282" sldId="262"/>
            <ac:spMk id="8" creationId="{04357C93-F0CB-4A1C-8F77-4E9063789819}"/>
          </ac:spMkLst>
        </pc:spChg>
        <pc:spChg chg="add">
          <ac:chgData name="Vansh Sachdev" userId="dfd929aa4a73c714" providerId="LiveId" clId="{86364085-FEAA-4369-97E0-FB8A68D62F80}" dt="2025-02-18T04:45:55.745" v="484" actId="26606"/>
          <ac:spMkLst>
            <pc:docMk/>
            <pc:sldMk cId="132475282" sldId="262"/>
            <ac:spMk id="10" creationId="{90F533E9-6690-41A8-A372-4C6C622D028D}"/>
          </ac:spMkLst>
        </pc:spChg>
        <pc:spChg chg="del">
          <ac:chgData name="Vansh Sachdev" userId="dfd929aa4a73c714" providerId="LiveId" clId="{86364085-FEAA-4369-97E0-FB8A68D62F80}" dt="2025-02-18T04:43:24.803" v="472"/>
          <ac:spMkLst>
            <pc:docMk/>
            <pc:sldMk cId="132475282" sldId="262"/>
            <ac:spMk id="13" creationId="{33E93247-6229-44AB-A550-739E971E690B}"/>
          </ac:spMkLst>
        </pc:spChg>
        <pc:picChg chg="mod">
          <ac:chgData name="Vansh Sachdev" userId="dfd929aa4a73c714" providerId="LiveId" clId="{86364085-FEAA-4369-97E0-FB8A68D62F80}" dt="2025-02-18T04:46:00.519" v="485" actId="27614"/>
          <ac:picMkLst>
            <pc:docMk/>
            <pc:sldMk cId="132475282" sldId="262"/>
            <ac:picMk id="4" creationId="{B2008387-748E-7A65-D8AC-30E6E09D36CE}"/>
          </ac:picMkLst>
        </pc:picChg>
        <pc:cxnChg chg="del">
          <ac:chgData name="Vansh Sachdev" userId="dfd929aa4a73c714" providerId="LiveId" clId="{86364085-FEAA-4369-97E0-FB8A68D62F80}" dt="2025-02-18T04:43:24.803" v="472"/>
          <ac:cxnSpMkLst>
            <pc:docMk/>
            <pc:sldMk cId="132475282" sldId="262"/>
            <ac:cxnSpMk id="9" creationId="{F64F9B95-9045-48D2-B9F3-2927E98F54AA}"/>
          </ac:cxnSpMkLst>
        </pc:cxnChg>
        <pc:cxnChg chg="del">
          <ac:chgData name="Vansh Sachdev" userId="dfd929aa4a73c714" providerId="LiveId" clId="{86364085-FEAA-4369-97E0-FB8A68D62F80}" dt="2025-02-18T04:43:24.803" v="472"/>
          <ac:cxnSpMkLst>
            <pc:docMk/>
            <pc:sldMk cId="132475282" sldId="262"/>
            <ac:cxnSpMk id="11" creationId="{085AA86F-6A4D-4BCB-A045-D992CDC2959B}"/>
          </ac:cxnSpMkLst>
        </pc:cxnChg>
        <pc:cxnChg chg="del">
          <ac:chgData name="Vansh Sachdev" userId="dfd929aa4a73c714" providerId="LiveId" clId="{86364085-FEAA-4369-97E0-FB8A68D62F80}" dt="2025-02-18T04:43:24.803" v="472"/>
          <ac:cxnSpMkLst>
            <pc:docMk/>
            <pc:sldMk cId="132475282" sldId="262"/>
            <ac:cxnSpMk id="15" creationId="{F9600FFC-92AF-4AD3-9595-B0E23476BD05}"/>
          </ac:cxnSpMkLst>
        </pc:cxnChg>
      </pc:sldChg>
      <pc:sldChg chg="addSp delSp modSp mod ord delDesignElem">
        <pc:chgData name="Vansh Sachdev" userId="dfd929aa4a73c714" providerId="LiveId" clId="{86364085-FEAA-4369-97E0-FB8A68D62F80}" dt="2025-02-18T05:52:42.362" v="660" actId="26606"/>
        <pc:sldMkLst>
          <pc:docMk/>
          <pc:sldMk cId="1554217566" sldId="263"/>
        </pc:sldMkLst>
        <pc:spChg chg="mod">
          <ac:chgData name="Vansh Sachdev" userId="dfd929aa4a73c714" providerId="LiveId" clId="{86364085-FEAA-4369-97E0-FB8A68D62F80}" dt="2025-02-18T05:52:42.362" v="660" actId="26606"/>
          <ac:spMkLst>
            <pc:docMk/>
            <pc:sldMk cId="1554217566" sldId="263"/>
            <ac:spMk id="2" creationId="{F08F4EC1-527C-E969-C078-52400B9E1556}"/>
          </ac:spMkLst>
        </pc:spChg>
        <pc:spChg chg="add del mod">
          <ac:chgData name="Vansh Sachdev" userId="dfd929aa4a73c714" providerId="LiveId" clId="{86364085-FEAA-4369-97E0-FB8A68D62F80}" dt="2025-02-18T04:51:44.911" v="532" actId="478"/>
          <ac:spMkLst>
            <pc:docMk/>
            <pc:sldMk cId="1554217566" sldId="263"/>
            <ac:spMk id="3" creationId="{338F3143-84C6-C588-1D72-60400B8D6115}"/>
          </ac:spMkLst>
        </pc:spChg>
        <pc:spChg chg="add del mod">
          <ac:chgData name="Vansh Sachdev" userId="dfd929aa4a73c714" providerId="LiveId" clId="{86364085-FEAA-4369-97E0-FB8A68D62F80}" dt="2025-02-18T05:51:31.121" v="542" actId="1032"/>
          <ac:spMkLst>
            <pc:docMk/>
            <pc:sldMk cId="1554217566" sldId="263"/>
            <ac:spMk id="5" creationId="{868C23D6-548C-277A-3DB5-488147822303}"/>
          </ac:spMkLst>
        </pc:spChg>
        <pc:spChg chg="add del">
          <ac:chgData name="Vansh Sachdev" userId="dfd929aa4a73c714" providerId="LiveId" clId="{86364085-FEAA-4369-97E0-FB8A68D62F80}" dt="2025-02-18T05:52:42.362" v="660" actId="26606"/>
          <ac:spMkLst>
            <pc:docMk/>
            <pc:sldMk cId="1554217566" sldId="263"/>
            <ac:spMk id="8" creationId="{47942995-B07F-4636-9A06-C6A104B260A8}"/>
          </ac:spMkLst>
        </pc:spChg>
        <pc:spChg chg="del">
          <ac:chgData name="Vansh Sachdev" userId="dfd929aa4a73c714" providerId="LiveId" clId="{86364085-FEAA-4369-97E0-FB8A68D62F80}" dt="2025-02-18T04:43:24.803" v="472"/>
          <ac:spMkLst>
            <pc:docMk/>
            <pc:sldMk cId="1554217566" sldId="263"/>
            <ac:spMk id="11" creationId="{F68B2C62-7648-4430-90D5-AE0F252AF113}"/>
          </ac:spMkLst>
        </pc:spChg>
        <pc:spChg chg="del">
          <ac:chgData name="Vansh Sachdev" userId="dfd929aa4a73c714" providerId="LiveId" clId="{86364085-FEAA-4369-97E0-FB8A68D62F80}" dt="2025-02-18T04:43:24.803" v="472"/>
          <ac:spMkLst>
            <pc:docMk/>
            <pc:sldMk cId="1554217566" sldId="263"/>
            <ac:spMk id="13" creationId="{19604516-F583-413C-8C0B-E7944F332B5A}"/>
          </ac:spMkLst>
        </pc:spChg>
        <pc:spChg chg="add del">
          <ac:chgData name="Vansh Sachdev" userId="dfd929aa4a73c714" providerId="LiveId" clId="{86364085-FEAA-4369-97E0-FB8A68D62F80}" dt="2025-02-18T05:52:42.362" v="660" actId="26606"/>
          <ac:spMkLst>
            <pc:docMk/>
            <pc:sldMk cId="1554217566" sldId="263"/>
            <ac:spMk id="18" creationId="{B81933D1-5615-42C7-9C0B-4EB7105CCE2D}"/>
          </ac:spMkLst>
        </pc:spChg>
        <pc:spChg chg="add del">
          <ac:chgData name="Vansh Sachdev" userId="dfd929aa4a73c714" providerId="LiveId" clId="{86364085-FEAA-4369-97E0-FB8A68D62F80}" dt="2025-02-18T05:52:42.362" v="660" actId="26606"/>
          <ac:spMkLst>
            <pc:docMk/>
            <pc:sldMk cId="1554217566" sldId="263"/>
            <ac:spMk id="20" creationId="{19C9EAEA-39D0-4B0E-A0EB-51E7B26740B1}"/>
          </ac:spMkLst>
        </pc:spChg>
        <pc:spChg chg="add">
          <ac:chgData name="Vansh Sachdev" userId="dfd929aa4a73c714" providerId="LiveId" clId="{86364085-FEAA-4369-97E0-FB8A68D62F80}" dt="2025-02-18T05:52:42.362" v="660" actId="26606"/>
          <ac:spMkLst>
            <pc:docMk/>
            <pc:sldMk cId="1554217566" sldId="263"/>
            <ac:spMk id="25" creationId="{2659FDB4-FCBE-4A89-B46D-43D4FA54464D}"/>
          </ac:spMkLst>
        </pc:spChg>
        <pc:grpChg chg="add del">
          <ac:chgData name="Vansh Sachdev" userId="dfd929aa4a73c714" providerId="LiveId" clId="{86364085-FEAA-4369-97E0-FB8A68D62F80}" dt="2025-02-18T05:52:42.362" v="660" actId="26606"/>
          <ac:grpSpMkLst>
            <pc:docMk/>
            <pc:sldMk cId="1554217566" sldId="263"/>
            <ac:grpSpMk id="10" creationId="{032D8612-31EB-44CF-A1D0-14FD4C705424}"/>
          </ac:grpSpMkLst>
        </pc:grpChg>
        <pc:graphicFrameChg chg="del mod ord modGraphic">
          <ac:chgData name="Vansh Sachdev" userId="dfd929aa4a73c714" providerId="LiveId" clId="{86364085-FEAA-4369-97E0-FB8A68D62F80}" dt="2025-02-18T05:51:17.867" v="541" actId="478"/>
          <ac:graphicFrameMkLst>
            <pc:docMk/>
            <pc:sldMk cId="1554217566" sldId="263"/>
            <ac:graphicFrameMk id="6" creationId="{EF7A1E5C-19DC-2C47-1791-FB087B787519}"/>
          </ac:graphicFrameMkLst>
        </pc:graphicFrameChg>
        <pc:graphicFrameChg chg="add mod modGraphic">
          <ac:chgData name="Vansh Sachdev" userId="dfd929aa4a73c714" providerId="LiveId" clId="{86364085-FEAA-4369-97E0-FB8A68D62F80}" dt="2025-02-18T05:52:42.362" v="660" actId="26606"/>
          <ac:graphicFrameMkLst>
            <pc:docMk/>
            <pc:sldMk cId="1554217566" sldId="263"/>
            <ac:graphicFrameMk id="7" creationId="{0AF80C38-9DC1-E6D3-A88D-567187762E7A}"/>
          </ac:graphicFrameMkLst>
        </pc:graphicFrameChg>
        <pc:picChg chg="del">
          <ac:chgData name="Vansh Sachdev" userId="dfd929aa4a73c714" providerId="LiveId" clId="{86364085-FEAA-4369-97E0-FB8A68D62F80}" dt="2025-02-17T10:00:54.761" v="181" actId="478"/>
          <ac:picMkLst>
            <pc:docMk/>
            <pc:sldMk cId="1554217566" sldId="263"/>
            <ac:picMk id="9" creationId="{82D0C3A6-4B5D-4799-B853-9AEA6F4F0361}"/>
          </ac:picMkLst>
        </pc:picChg>
        <pc:cxnChg chg="del">
          <ac:chgData name="Vansh Sachdev" userId="dfd929aa4a73c714" providerId="LiveId" clId="{86364085-FEAA-4369-97E0-FB8A68D62F80}" dt="2025-02-18T04:43:24.803" v="472"/>
          <ac:cxnSpMkLst>
            <pc:docMk/>
            <pc:sldMk cId="1554217566" sldId="263"/>
            <ac:cxnSpMk id="15" creationId="{4BFD5B9F-5FB6-467D-83D5-DF82F1907354}"/>
          </ac:cxnSpMkLst>
        </pc:cxnChg>
        <pc:cxnChg chg="add">
          <ac:chgData name="Vansh Sachdev" userId="dfd929aa4a73c714" providerId="LiveId" clId="{86364085-FEAA-4369-97E0-FB8A68D62F80}" dt="2025-02-18T05:52:42.362" v="660" actId="26606"/>
          <ac:cxnSpMkLst>
            <pc:docMk/>
            <pc:sldMk cId="1554217566" sldId="263"/>
            <ac:cxnSpMk id="27" creationId="{C8F51B3F-8331-4E4A-AE96-D47B1006EEAD}"/>
          </ac:cxnSpMkLst>
        </pc:cxnChg>
      </pc:sldChg>
      <pc:sldChg chg="addSp delSp modSp mod ord setClrOvrMap delDesignElem">
        <pc:chgData name="Vansh Sachdev" userId="dfd929aa4a73c714" providerId="LiveId" clId="{86364085-FEAA-4369-97E0-FB8A68D62F80}" dt="2025-02-18T04:45:27.911" v="479"/>
        <pc:sldMkLst>
          <pc:docMk/>
          <pc:sldMk cId="1201493800" sldId="264"/>
        </pc:sldMkLst>
        <pc:spChg chg="mod">
          <ac:chgData name="Vansh Sachdev" userId="dfd929aa4a73c714" providerId="LiveId" clId="{86364085-FEAA-4369-97E0-FB8A68D62F80}" dt="2025-02-17T11:02:13.379" v="430" actId="1076"/>
          <ac:spMkLst>
            <pc:docMk/>
            <pc:sldMk cId="1201493800" sldId="264"/>
            <ac:spMk id="2" creationId="{A952BC60-6EBF-1FC8-F197-0B6EFDDBC9B9}"/>
          </ac:spMkLst>
        </pc:spChg>
        <pc:spChg chg="add del">
          <ac:chgData name="Vansh Sachdev" userId="dfd929aa4a73c714" providerId="LiveId" clId="{86364085-FEAA-4369-97E0-FB8A68D62F80}" dt="2025-02-18T04:43:24.803" v="472"/>
          <ac:spMkLst>
            <pc:docMk/>
            <pc:sldMk cId="1201493800" sldId="264"/>
            <ac:spMk id="25" creationId="{33E93247-6229-44AB-A550-739E971E690B}"/>
          </ac:spMkLst>
        </pc:spChg>
        <pc:spChg chg="add del">
          <ac:chgData name="Vansh Sachdev" userId="dfd929aa4a73c714" providerId="LiveId" clId="{86364085-FEAA-4369-97E0-FB8A68D62F80}" dt="2025-02-18T04:43:24.803" v="472"/>
          <ac:spMkLst>
            <pc:docMk/>
            <pc:sldMk cId="1201493800" sldId="264"/>
            <ac:spMk id="27" creationId="{612349FF-7742-42ED-ADF3-238B5DDD176C}"/>
          </ac:spMkLst>
        </pc:spChg>
        <pc:picChg chg="mod modCrop">
          <ac:chgData name="Vansh Sachdev" userId="dfd929aa4a73c714" providerId="LiveId" clId="{86364085-FEAA-4369-97E0-FB8A68D62F80}" dt="2025-02-17T11:02:00.488" v="428" actId="732"/>
          <ac:picMkLst>
            <pc:docMk/>
            <pc:sldMk cId="1201493800" sldId="264"/>
            <ac:picMk id="4" creationId="{D4B755A9-5D11-895E-0B62-9C2C6591E27B}"/>
          </ac:picMkLst>
        </pc:picChg>
        <pc:cxnChg chg="add del">
          <ac:chgData name="Vansh Sachdev" userId="dfd929aa4a73c714" providerId="LiveId" clId="{86364085-FEAA-4369-97E0-FB8A68D62F80}" dt="2025-02-18T04:43:24.803" v="472"/>
          <ac:cxnSpMkLst>
            <pc:docMk/>
            <pc:sldMk cId="1201493800" sldId="264"/>
            <ac:cxnSpMk id="21" creationId="{F64F9B95-9045-48D2-B9F3-2927E98F54AA}"/>
          </ac:cxnSpMkLst>
        </pc:cxnChg>
        <pc:cxnChg chg="add del">
          <ac:chgData name="Vansh Sachdev" userId="dfd929aa4a73c714" providerId="LiveId" clId="{86364085-FEAA-4369-97E0-FB8A68D62F80}" dt="2025-02-18T04:43:24.803" v="472"/>
          <ac:cxnSpMkLst>
            <pc:docMk/>
            <pc:sldMk cId="1201493800" sldId="264"/>
            <ac:cxnSpMk id="23" creationId="{085AA86F-6A4D-4BCB-A045-D992CDC2959B}"/>
          </ac:cxnSpMkLst>
        </pc:cxnChg>
      </pc:sldChg>
      <pc:sldChg chg="addSp delSp modSp mod delDesignElem">
        <pc:chgData name="Vansh Sachdev" userId="dfd929aa4a73c714" providerId="LiveId" clId="{86364085-FEAA-4369-97E0-FB8A68D62F80}" dt="2025-02-18T04:43:25.576" v="473"/>
        <pc:sldMkLst>
          <pc:docMk/>
          <pc:sldMk cId="3479800934" sldId="265"/>
        </pc:sldMkLst>
        <pc:spChg chg="add mod">
          <ac:chgData name="Vansh Sachdev" userId="dfd929aa4a73c714" providerId="LiveId" clId="{86364085-FEAA-4369-97E0-FB8A68D62F80}" dt="2025-02-17T10:02:09.610" v="235" actId="403"/>
          <ac:spMkLst>
            <pc:docMk/>
            <pc:sldMk cId="3479800934" sldId="265"/>
            <ac:spMk id="2" creationId="{2F3F809E-A286-7851-5285-20B9468AF258}"/>
          </ac:spMkLst>
        </pc:spChg>
        <pc:spChg chg="del">
          <ac:chgData name="Vansh Sachdev" userId="dfd929aa4a73c714" providerId="LiveId" clId="{86364085-FEAA-4369-97E0-FB8A68D62F80}" dt="2025-02-17T10:02:00.003" v="224" actId="26606"/>
          <ac:spMkLst>
            <pc:docMk/>
            <pc:sldMk cId="3479800934" sldId="265"/>
            <ac:spMk id="13" creationId="{33E93247-6229-44AB-A550-739E971E690B}"/>
          </ac:spMkLst>
        </pc:spChg>
        <pc:spChg chg="add del">
          <ac:chgData name="Vansh Sachdev" userId="dfd929aa4a73c714" providerId="LiveId" clId="{86364085-FEAA-4369-97E0-FB8A68D62F80}" dt="2025-02-18T04:43:24.803" v="472"/>
          <ac:spMkLst>
            <pc:docMk/>
            <pc:sldMk cId="3479800934" sldId="265"/>
            <ac:spMk id="20" creationId="{E49D7415-2F11-44C2-B6AA-13A25B6814B9}"/>
          </ac:spMkLst>
        </pc:spChg>
        <pc:picChg chg="mod">
          <ac:chgData name="Vansh Sachdev" userId="dfd929aa4a73c714" providerId="LiveId" clId="{86364085-FEAA-4369-97E0-FB8A68D62F80}" dt="2025-02-18T04:43:25.576" v="473"/>
          <ac:picMkLst>
            <pc:docMk/>
            <pc:sldMk cId="3479800934" sldId="265"/>
            <ac:picMk id="4" creationId="{CEF62F42-E189-BFC4-97F5-E5438B124210}"/>
          </ac:picMkLst>
        </pc:picChg>
        <pc:cxnChg chg="del">
          <ac:chgData name="Vansh Sachdev" userId="dfd929aa4a73c714" providerId="LiveId" clId="{86364085-FEAA-4369-97E0-FB8A68D62F80}" dt="2025-02-17T10:02:00.003" v="224" actId="26606"/>
          <ac:cxnSpMkLst>
            <pc:docMk/>
            <pc:sldMk cId="3479800934" sldId="265"/>
            <ac:cxnSpMk id="9" creationId="{F64F9B95-9045-48D2-B9F3-2927E98F54AA}"/>
          </ac:cxnSpMkLst>
        </pc:cxnChg>
        <pc:cxnChg chg="del">
          <ac:chgData name="Vansh Sachdev" userId="dfd929aa4a73c714" providerId="LiveId" clId="{86364085-FEAA-4369-97E0-FB8A68D62F80}" dt="2025-02-17T10:02:00.003" v="224" actId="26606"/>
          <ac:cxnSpMkLst>
            <pc:docMk/>
            <pc:sldMk cId="3479800934" sldId="265"/>
            <ac:cxnSpMk id="11" creationId="{085AA86F-6A4D-4BCB-A045-D992CDC2959B}"/>
          </ac:cxnSpMkLst>
        </pc:cxnChg>
        <pc:cxnChg chg="del">
          <ac:chgData name="Vansh Sachdev" userId="dfd929aa4a73c714" providerId="LiveId" clId="{86364085-FEAA-4369-97E0-FB8A68D62F80}" dt="2025-02-17T10:02:00.003" v="224" actId="26606"/>
          <ac:cxnSpMkLst>
            <pc:docMk/>
            <pc:sldMk cId="3479800934" sldId="265"/>
            <ac:cxnSpMk id="15" creationId="{F9600FFC-92AF-4AD3-9595-B0E23476BD05}"/>
          </ac:cxnSpMkLst>
        </pc:cxnChg>
        <pc:cxnChg chg="add del">
          <ac:chgData name="Vansh Sachdev" userId="dfd929aa4a73c714" providerId="LiveId" clId="{86364085-FEAA-4369-97E0-FB8A68D62F80}" dt="2025-02-18T04:43:24.803" v="472"/>
          <ac:cxnSpMkLst>
            <pc:docMk/>
            <pc:sldMk cId="3479800934" sldId="265"/>
            <ac:cxnSpMk id="22" creationId="{A7C10D4C-8DED-200E-3237-3345F3F2A188}"/>
          </ac:cxnSpMkLst>
        </pc:cxnChg>
        <pc:cxnChg chg="add del">
          <ac:chgData name="Vansh Sachdev" userId="dfd929aa4a73c714" providerId="LiveId" clId="{86364085-FEAA-4369-97E0-FB8A68D62F80}" dt="2025-02-18T04:43:24.803" v="472"/>
          <ac:cxnSpMkLst>
            <pc:docMk/>
            <pc:sldMk cId="3479800934" sldId="265"/>
            <ac:cxnSpMk id="24" creationId="{E8F7F80F-9EDD-0EEA-B6D7-E116EBA4FAD2}"/>
          </ac:cxnSpMkLst>
        </pc:cxnChg>
      </pc:sldChg>
      <pc:sldChg chg="delSp modSp mod delDesignElem">
        <pc:chgData name="Vansh Sachdev" userId="dfd929aa4a73c714" providerId="LiveId" clId="{86364085-FEAA-4369-97E0-FB8A68D62F80}" dt="2025-02-18T04:43:24.803" v="472"/>
        <pc:sldMkLst>
          <pc:docMk/>
          <pc:sldMk cId="1064318981" sldId="266"/>
        </pc:sldMkLst>
        <pc:spChg chg="mod">
          <ac:chgData name="Vansh Sachdev" userId="dfd929aa4a73c714" providerId="LiveId" clId="{86364085-FEAA-4369-97E0-FB8A68D62F80}" dt="2025-02-17T10:02:21.570" v="245" actId="20577"/>
          <ac:spMkLst>
            <pc:docMk/>
            <pc:sldMk cId="1064318981" sldId="266"/>
            <ac:spMk id="2" creationId="{F5D62A07-9AD7-21CC-93AE-8D550D026BAC}"/>
          </ac:spMkLst>
        </pc:spChg>
        <pc:spChg chg="del">
          <ac:chgData name="Vansh Sachdev" userId="dfd929aa4a73c714" providerId="LiveId" clId="{86364085-FEAA-4369-97E0-FB8A68D62F80}" dt="2025-02-18T04:43:24.803" v="472"/>
          <ac:spMkLst>
            <pc:docMk/>
            <pc:sldMk cId="1064318981" sldId="266"/>
            <ac:spMk id="22" creationId="{33E93247-6229-44AB-A550-739E971E690B}"/>
          </ac:spMkLst>
        </pc:spChg>
        <pc:picChg chg="mod">
          <ac:chgData name="Vansh Sachdev" userId="dfd929aa4a73c714" providerId="LiveId" clId="{86364085-FEAA-4369-97E0-FB8A68D62F80}" dt="2025-02-16T16:30:07.461" v="107" actId="1076"/>
          <ac:picMkLst>
            <pc:docMk/>
            <pc:sldMk cId="1064318981" sldId="266"/>
            <ac:picMk id="5" creationId="{5D01384D-8163-ABCE-20E4-937261511088}"/>
          </ac:picMkLst>
        </pc:picChg>
        <pc:cxnChg chg="del">
          <ac:chgData name="Vansh Sachdev" userId="dfd929aa4a73c714" providerId="LiveId" clId="{86364085-FEAA-4369-97E0-FB8A68D62F80}" dt="2025-02-18T04:43:24.803" v="472"/>
          <ac:cxnSpMkLst>
            <pc:docMk/>
            <pc:sldMk cId="1064318981" sldId="266"/>
            <ac:cxnSpMk id="15" creationId="{EE2E603F-4A95-4FE8-BB06-211DFD75DBEF}"/>
          </ac:cxnSpMkLst>
        </pc:cxnChg>
        <pc:cxnChg chg="del">
          <ac:chgData name="Vansh Sachdev" userId="dfd929aa4a73c714" providerId="LiveId" clId="{86364085-FEAA-4369-97E0-FB8A68D62F80}" dt="2025-02-18T04:43:24.803" v="472"/>
          <ac:cxnSpMkLst>
            <pc:docMk/>
            <pc:sldMk cId="1064318981" sldId="266"/>
            <ac:cxnSpMk id="20" creationId="{F64F9B95-9045-48D2-B9F3-2927E98F54AA}"/>
          </ac:cxnSpMkLst>
        </pc:cxnChg>
        <pc:cxnChg chg="del">
          <ac:chgData name="Vansh Sachdev" userId="dfd929aa4a73c714" providerId="LiveId" clId="{86364085-FEAA-4369-97E0-FB8A68D62F80}" dt="2025-02-18T04:43:24.803" v="472"/>
          <ac:cxnSpMkLst>
            <pc:docMk/>
            <pc:sldMk cId="1064318981" sldId="266"/>
            <ac:cxnSpMk id="21" creationId="{085AA86F-6A4D-4BCB-A045-D992CDC2959B}"/>
          </ac:cxnSpMkLst>
        </pc:cxnChg>
      </pc:sldChg>
      <pc:sldChg chg="addSp delSp modSp mod">
        <pc:chgData name="Vansh Sachdev" userId="dfd929aa4a73c714" providerId="LiveId" clId="{86364085-FEAA-4369-97E0-FB8A68D62F80}" dt="2025-02-18T04:43:25.576" v="473"/>
        <pc:sldMkLst>
          <pc:docMk/>
          <pc:sldMk cId="1669222830" sldId="267"/>
        </pc:sldMkLst>
        <pc:spChg chg="mod">
          <ac:chgData name="Vansh Sachdev" userId="dfd929aa4a73c714" providerId="LiveId" clId="{86364085-FEAA-4369-97E0-FB8A68D62F80}" dt="2025-02-17T10:02:26.742" v="246" actId="6549"/>
          <ac:spMkLst>
            <pc:docMk/>
            <pc:sldMk cId="1669222830" sldId="267"/>
            <ac:spMk id="2" creationId="{6814ECF1-FC2D-96AF-8AF6-44737AC883B9}"/>
          </ac:spMkLst>
        </pc:spChg>
        <pc:spChg chg="del">
          <ac:chgData name="Vansh Sachdev" userId="dfd929aa4a73c714" providerId="LiveId" clId="{86364085-FEAA-4369-97E0-FB8A68D62F80}" dt="2025-02-17T10:02:35.471" v="248"/>
          <ac:spMkLst>
            <pc:docMk/>
            <pc:sldMk cId="1669222830" sldId="267"/>
            <ac:spMk id="3" creationId="{422F6ECD-C3B5-4027-FCD5-4E757AF5DC91}"/>
          </ac:spMkLst>
        </pc:spChg>
        <pc:picChg chg="del mod">
          <ac:chgData name="Vansh Sachdev" userId="dfd929aa4a73c714" providerId="LiveId" clId="{86364085-FEAA-4369-97E0-FB8A68D62F80}" dt="2025-02-17T10:02:28.230" v="247" actId="478"/>
          <ac:picMkLst>
            <pc:docMk/>
            <pc:sldMk cId="1669222830" sldId="267"/>
            <ac:picMk id="4" creationId="{20002F15-9E92-0A75-5165-BC9B106E27AC}"/>
          </ac:picMkLst>
        </pc:picChg>
        <pc:picChg chg="add mod">
          <ac:chgData name="Vansh Sachdev" userId="dfd929aa4a73c714" providerId="LiveId" clId="{86364085-FEAA-4369-97E0-FB8A68D62F80}" dt="2025-02-18T04:43:25.576" v="473"/>
          <ac:picMkLst>
            <pc:docMk/>
            <pc:sldMk cId="1669222830" sldId="267"/>
            <ac:picMk id="6" creationId="{B8311AD6-9C37-840F-A55E-D502F045A056}"/>
          </ac:picMkLst>
        </pc:picChg>
      </pc:sldChg>
      <pc:sldChg chg="addSp delSp modSp mod delDesignElem">
        <pc:chgData name="Vansh Sachdev" userId="dfd929aa4a73c714" providerId="LiveId" clId="{86364085-FEAA-4369-97E0-FB8A68D62F80}" dt="2025-02-18T04:49:57.408" v="493" actId="1076"/>
        <pc:sldMkLst>
          <pc:docMk/>
          <pc:sldMk cId="2083383835" sldId="268"/>
        </pc:sldMkLst>
        <pc:spChg chg="mod">
          <ac:chgData name="Vansh Sachdev" userId="dfd929aa4a73c714" providerId="LiveId" clId="{86364085-FEAA-4369-97E0-FB8A68D62F80}" dt="2025-02-18T04:49:57.408" v="493" actId="1076"/>
          <ac:spMkLst>
            <pc:docMk/>
            <pc:sldMk cId="2083383835" sldId="268"/>
            <ac:spMk id="2" creationId="{08835B05-0E18-4654-2506-38EF69A4328F}"/>
          </ac:spMkLst>
        </pc:spChg>
        <pc:spChg chg="add del">
          <ac:chgData name="Vansh Sachdev" userId="dfd929aa4a73c714" providerId="LiveId" clId="{86364085-FEAA-4369-97E0-FB8A68D62F80}" dt="2025-02-18T04:49:21.849" v="487" actId="26606"/>
          <ac:spMkLst>
            <pc:docMk/>
            <pc:sldMk cId="2083383835" sldId="268"/>
            <ac:spMk id="5" creationId="{7CCFC2C6-6238-4A2F-93DE-2ADF74AF635E}"/>
          </ac:spMkLst>
        </pc:spChg>
        <pc:spChg chg="add del">
          <ac:chgData name="Vansh Sachdev" userId="dfd929aa4a73c714" providerId="LiveId" clId="{86364085-FEAA-4369-97E0-FB8A68D62F80}" dt="2025-02-18T04:49:21.849" v="487" actId="26606"/>
          <ac:spMkLst>
            <pc:docMk/>
            <pc:sldMk cId="2083383835" sldId="268"/>
            <ac:spMk id="6" creationId="{AF2F604E-43BE-4DC3-B983-E071523364F8}"/>
          </ac:spMkLst>
        </pc:spChg>
        <pc:spChg chg="add del">
          <ac:chgData name="Vansh Sachdev" userId="dfd929aa4a73c714" providerId="LiveId" clId="{86364085-FEAA-4369-97E0-FB8A68D62F80}" dt="2025-02-18T04:49:21.849" v="487" actId="26606"/>
          <ac:spMkLst>
            <pc:docMk/>
            <pc:sldMk cId="2083383835" sldId="268"/>
            <ac:spMk id="8" creationId="{6CCA5F87-1D1E-45CB-8D83-FC7EEFAD9935}"/>
          </ac:spMkLst>
        </pc:spChg>
        <pc:spChg chg="add del">
          <ac:chgData name="Vansh Sachdev" userId="dfd929aa4a73c714" providerId="LiveId" clId="{86364085-FEAA-4369-97E0-FB8A68D62F80}" dt="2025-02-18T04:49:21.849" v="487" actId="26606"/>
          <ac:spMkLst>
            <pc:docMk/>
            <pc:sldMk cId="2083383835" sldId="268"/>
            <ac:spMk id="9" creationId="{08C9B587-E65E-4B52-B37C-ABEBB6E87928}"/>
          </ac:spMkLst>
        </pc:spChg>
        <pc:spChg chg="add del">
          <ac:chgData name="Vansh Sachdev" userId="dfd929aa4a73c714" providerId="LiveId" clId="{86364085-FEAA-4369-97E0-FB8A68D62F80}" dt="2025-02-18T04:49:44.596" v="489" actId="26606"/>
          <ac:spMkLst>
            <pc:docMk/>
            <pc:sldMk cId="2083383835" sldId="268"/>
            <ac:spMk id="11" creationId="{712D4376-A578-4FF1-94FC-245E7A6A489F}"/>
          </ac:spMkLst>
        </pc:spChg>
        <pc:spChg chg="add del">
          <ac:chgData name="Vansh Sachdev" userId="dfd929aa4a73c714" providerId="LiveId" clId="{86364085-FEAA-4369-97E0-FB8A68D62F80}" dt="2025-02-18T04:49:44.596" v="489" actId="26606"/>
          <ac:spMkLst>
            <pc:docMk/>
            <pc:sldMk cId="2083383835" sldId="268"/>
            <ac:spMk id="13" creationId="{AEA7509D-F04F-40CB-A0B3-EEF16499CC9F}"/>
          </ac:spMkLst>
        </pc:spChg>
        <pc:spChg chg="del">
          <ac:chgData name="Vansh Sachdev" userId="dfd929aa4a73c714" providerId="LiveId" clId="{86364085-FEAA-4369-97E0-FB8A68D62F80}" dt="2025-02-17T10:02:57.280" v="254" actId="26606"/>
          <ac:spMkLst>
            <pc:docMk/>
            <pc:sldMk cId="2083383835" sldId="268"/>
            <ac:spMk id="14" creationId="{33E93247-6229-44AB-A550-739E971E690B}"/>
          </ac:spMkLst>
        </pc:spChg>
        <pc:spChg chg="add del">
          <ac:chgData name="Vansh Sachdev" userId="dfd929aa4a73c714" providerId="LiveId" clId="{86364085-FEAA-4369-97E0-FB8A68D62F80}" dt="2025-02-18T04:49:44.596" v="489" actId="26606"/>
          <ac:spMkLst>
            <pc:docMk/>
            <pc:sldMk cId="2083383835" sldId="268"/>
            <ac:spMk id="17" creationId="{508BEF50-7B1E-49A4-BC19-5F4F1D755E64}"/>
          </ac:spMkLst>
        </pc:spChg>
        <pc:spChg chg="add del">
          <ac:chgData name="Vansh Sachdev" userId="dfd929aa4a73c714" providerId="LiveId" clId="{86364085-FEAA-4369-97E0-FB8A68D62F80}" dt="2025-02-18T04:49:44.596" v="489" actId="26606"/>
          <ac:spMkLst>
            <pc:docMk/>
            <pc:sldMk cId="2083383835" sldId="268"/>
            <ac:spMk id="18" creationId="{1A3C89F8-0D2F-47FF-B903-151248265F47}"/>
          </ac:spMkLst>
        </pc:spChg>
        <pc:spChg chg="add del">
          <ac:chgData name="Vansh Sachdev" userId="dfd929aa4a73c714" providerId="LiveId" clId="{86364085-FEAA-4369-97E0-FB8A68D62F80}" dt="2025-02-18T04:49:44.596" v="489" actId="26606"/>
          <ac:spMkLst>
            <pc:docMk/>
            <pc:sldMk cId="2083383835" sldId="268"/>
            <ac:spMk id="19" creationId="{3FBAD350-5664-4811-A208-657FB882D350}"/>
          </ac:spMkLst>
        </pc:spChg>
        <pc:spChg chg="add del">
          <ac:chgData name="Vansh Sachdev" userId="dfd929aa4a73c714" providerId="LiveId" clId="{86364085-FEAA-4369-97E0-FB8A68D62F80}" dt="2025-02-18T04:49:44.596" v="489" actId="26606"/>
          <ac:spMkLst>
            <pc:docMk/>
            <pc:sldMk cId="2083383835" sldId="268"/>
            <ac:spMk id="20" creationId="{C5CB530E-515E-412C-9DF1-5F8FFBD6F383}"/>
          </ac:spMkLst>
        </pc:spChg>
        <pc:spChg chg="add del">
          <ac:chgData name="Vansh Sachdev" userId="dfd929aa4a73c714" providerId="LiveId" clId="{86364085-FEAA-4369-97E0-FB8A68D62F80}" dt="2025-02-18T04:49:44.596" v="489" actId="26606"/>
          <ac:spMkLst>
            <pc:docMk/>
            <pc:sldMk cId="2083383835" sldId="268"/>
            <ac:spMk id="22" creationId="{C39ADB8F-D187-49D7-BDCF-C1B6DC727068}"/>
          </ac:spMkLst>
        </pc:spChg>
        <pc:spChg chg="add del">
          <ac:chgData name="Vansh Sachdev" userId="dfd929aa4a73c714" providerId="LiveId" clId="{86364085-FEAA-4369-97E0-FB8A68D62F80}" dt="2025-02-18T04:43:24.803" v="472"/>
          <ac:spMkLst>
            <pc:docMk/>
            <pc:sldMk cId="2083383835" sldId="268"/>
            <ac:spMk id="25" creationId="{DEF92653-5D6D-47E6-8744-0DAF76E049C4}"/>
          </ac:spMkLst>
        </pc:spChg>
        <pc:picChg chg="add del">
          <ac:chgData name="Vansh Sachdev" userId="dfd929aa4a73c714" providerId="LiveId" clId="{86364085-FEAA-4369-97E0-FB8A68D62F80}" dt="2025-02-18T04:49:21.849" v="487" actId="26606"/>
          <ac:picMkLst>
            <pc:docMk/>
            <pc:sldMk cId="2083383835" sldId="268"/>
            <ac:picMk id="4" creationId="{74E74480-E54A-2BAD-F1CF-9E7725CEADDD}"/>
          </ac:picMkLst>
        </pc:picChg>
        <pc:picChg chg="del">
          <ac:chgData name="Vansh Sachdev" userId="dfd929aa4a73c714" providerId="LiveId" clId="{86364085-FEAA-4369-97E0-FB8A68D62F80}" dt="2025-02-17T10:02:51.547" v="253" actId="478"/>
          <ac:picMkLst>
            <pc:docMk/>
            <pc:sldMk cId="2083383835" sldId="268"/>
            <ac:picMk id="7" creationId="{673F0918-AD06-8DE4-BD31-B43B521B92FB}"/>
          </ac:picMkLst>
        </pc:picChg>
        <pc:cxnChg chg="del">
          <ac:chgData name="Vansh Sachdev" userId="dfd929aa4a73c714" providerId="LiveId" clId="{86364085-FEAA-4369-97E0-FB8A68D62F80}" dt="2025-02-17T10:02:57.280" v="254" actId="26606"/>
          <ac:cxnSpMkLst>
            <pc:docMk/>
            <pc:sldMk cId="2083383835" sldId="268"/>
            <ac:cxnSpMk id="10" creationId="{F64F9B95-9045-48D2-B9F3-2927E98F54AA}"/>
          </ac:cxnSpMkLst>
        </pc:cxnChg>
        <pc:cxnChg chg="del">
          <ac:chgData name="Vansh Sachdev" userId="dfd929aa4a73c714" providerId="LiveId" clId="{86364085-FEAA-4369-97E0-FB8A68D62F80}" dt="2025-02-17T10:02:57.280" v="254" actId="26606"/>
          <ac:cxnSpMkLst>
            <pc:docMk/>
            <pc:sldMk cId="2083383835" sldId="268"/>
            <ac:cxnSpMk id="12" creationId="{085AA86F-6A4D-4BCB-A045-D992CDC2959B}"/>
          </ac:cxnSpMkLst>
        </pc:cxnChg>
        <pc:cxnChg chg="add del">
          <ac:chgData name="Vansh Sachdev" userId="dfd929aa4a73c714" providerId="LiveId" clId="{86364085-FEAA-4369-97E0-FB8A68D62F80}" dt="2025-02-18T04:49:44.596" v="489" actId="26606"/>
          <ac:cxnSpMkLst>
            <pc:docMk/>
            <pc:sldMk cId="2083383835" sldId="268"/>
            <ac:cxnSpMk id="15" creationId="{56020367-4FD5-4596-8E10-C5F095CD8DBF}"/>
          </ac:cxnSpMkLst>
        </pc:cxnChg>
        <pc:cxnChg chg="del">
          <ac:chgData name="Vansh Sachdev" userId="dfd929aa4a73c714" providerId="LiveId" clId="{86364085-FEAA-4369-97E0-FB8A68D62F80}" dt="2025-02-17T10:02:57.280" v="254" actId="26606"/>
          <ac:cxnSpMkLst>
            <pc:docMk/>
            <pc:sldMk cId="2083383835" sldId="268"/>
            <ac:cxnSpMk id="16" creationId="{EE2E603F-4A95-4FE8-BB06-211DFD75DBEF}"/>
          </ac:cxnSpMkLst>
        </pc:cxnChg>
        <pc:cxnChg chg="add del">
          <ac:chgData name="Vansh Sachdev" userId="dfd929aa4a73c714" providerId="LiveId" clId="{86364085-FEAA-4369-97E0-FB8A68D62F80}" dt="2025-02-18T04:43:24.803" v="472"/>
          <ac:cxnSpMkLst>
            <pc:docMk/>
            <pc:sldMk cId="2083383835" sldId="268"/>
            <ac:cxnSpMk id="21" creationId="{F64F9B95-9045-48D2-B9F3-2927E98F54AA}"/>
          </ac:cxnSpMkLst>
        </pc:cxnChg>
        <pc:cxnChg chg="add del">
          <ac:chgData name="Vansh Sachdev" userId="dfd929aa4a73c714" providerId="LiveId" clId="{86364085-FEAA-4369-97E0-FB8A68D62F80}" dt="2025-02-18T04:43:24.803" v="472"/>
          <ac:cxnSpMkLst>
            <pc:docMk/>
            <pc:sldMk cId="2083383835" sldId="268"/>
            <ac:cxnSpMk id="23" creationId="{085AA86F-6A4D-4BCB-A045-D992CDC2959B}"/>
          </ac:cxnSpMkLst>
        </pc:cxnChg>
        <pc:cxnChg chg="add del">
          <ac:chgData name="Vansh Sachdev" userId="dfd929aa4a73c714" providerId="LiveId" clId="{86364085-FEAA-4369-97E0-FB8A68D62F80}" dt="2025-02-18T04:43:24.803" v="472"/>
          <ac:cxnSpMkLst>
            <pc:docMk/>
            <pc:sldMk cId="2083383835" sldId="268"/>
            <ac:cxnSpMk id="27" creationId="{9CA98CE3-81A7-4FFE-A047-9AA65998D877}"/>
          </ac:cxnSpMkLst>
        </pc:cxnChg>
      </pc:sldChg>
      <pc:sldChg chg="addSp delSp modSp new mod ord setBg setClrOvrMap delDesignElem">
        <pc:chgData name="Vansh Sachdev" userId="dfd929aa4a73c714" providerId="LiveId" clId="{86364085-FEAA-4369-97E0-FB8A68D62F80}" dt="2025-02-18T04:45:31.021" v="481"/>
        <pc:sldMkLst>
          <pc:docMk/>
          <pc:sldMk cId="1142060718" sldId="269"/>
        </pc:sldMkLst>
        <pc:spChg chg="mod ord">
          <ac:chgData name="Vansh Sachdev" userId="dfd929aa4a73c714" providerId="LiveId" clId="{86364085-FEAA-4369-97E0-FB8A68D62F80}" dt="2025-02-17T11:02:38.452" v="434" actId="1076"/>
          <ac:spMkLst>
            <pc:docMk/>
            <pc:sldMk cId="1142060718" sldId="269"/>
            <ac:spMk id="2" creationId="{F1385BEC-E578-9056-E895-8180FD0409FE}"/>
          </ac:spMkLst>
        </pc:spChg>
        <pc:spChg chg="add del">
          <ac:chgData name="Vansh Sachdev" userId="dfd929aa4a73c714" providerId="LiveId" clId="{86364085-FEAA-4369-97E0-FB8A68D62F80}" dt="2025-02-18T04:43:24.803" v="472"/>
          <ac:spMkLst>
            <pc:docMk/>
            <pc:sldMk cId="1142060718" sldId="269"/>
            <ac:spMk id="48" creationId="{33E93247-6229-44AB-A550-739E971E690B}"/>
          </ac:spMkLst>
        </pc:spChg>
        <pc:spChg chg="add del">
          <ac:chgData name="Vansh Sachdev" userId="dfd929aa4a73c714" providerId="LiveId" clId="{86364085-FEAA-4369-97E0-FB8A68D62F80}" dt="2025-02-18T04:43:24.803" v="472"/>
          <ac:spMkLst>
            <pc:docMk/>
            <pc:sldMk cId="1142060718" sldId="269"/>
            <ac:spMk id="49" creationId="{612349FF-7742-42ED-ADF3-238B5DDD176C}"/>
          </ac:spMkLst>
        </pc:spChg>
        <pc:picChg chg="add mod modCrop">
          <ac:chgData name="Vansh Sachdev" userId="dfd929aa4a73c714" providerId="LiveId" clId="{86364085-FEAA-4369-97E0-FB8A68D62F80}" dt="2025-02-17T11:02:23.849" v="431" actId="732"/>
          <ac:picMkLst>
            <pc:docMk/>
            <pc:sldMk cId="1142060718" sldId="269"/>
            <ac:picMk id="5" creationId="{10877316-859F-B721-E07B-FC51237BFDEC}"/>
          </ac:picMkLst>
        </pc:picChg>
        <pc:cxnChg chg="add del">
          <ac:chgData name="Vansh Sachdev" userId="dfd929aa4a73c714" providerId="LiveId" clId="{86364085-FEAA-4369-97E0-FB8A68D62F80}" dt="2025-02-18T04:43:24.803" v="472"/>
          <ac:cxnSpMkLst>
            <pc:docMk/>
            <pc:sldMk cId="1142060718" sldId="269"/>
            <ac:cxnSpMk id="46" creationId="{F64F9B95-9045-48D2-B9F3-2927E98F54AA}"/>
          </ac:cxnSpMkLst>
        </pc:cxnChg>
        <pc:cxnChg chg="add del">
          <ac:chgData name="Vansh Sachdev" userId="dfd929aa4a73c714" providerId="LiveId" clId="{86364085-FEAA-4369-97E0-FB8A68D62F80}" dt="2025-02-18T04:43:24.803" v="472"/>
          <ac:cxnSpMkLst>
            <pc:docMk/>
            <pc:sldMk cId="1142060718" sldId="269"/>
            <ac:cxnSpMk id="47" creationId="{085AA86F-6A4D-4BCB-A045-D992CDC2959B}"/>
          </ac:cxnSpMkLst>
        </pc:cxnChg>
      </pc:sldChg>
      <pc:sldChg chg="addSp modSp new mod">
        <pc:chgData name="Vansh Sachdev" userId="dfd929aa4a73c714" providerId="LiveId" clId="{86364085-FEAA-4369-97E0-FB8A68D62F80}" dt="2025-02-18T04:43:25.576" v="473"/>
        <pc:sldMkLst>
          <pc:docMk/>
          <pc:sldMk cId="2799660770" sldId="270"/>
        </pc:sldMkLst>
        <pc:spChg chg="mod">
          <ac:chgData name="Vansh Sachdev" userId="dfd929aa4a73c714" providerId="LiveId" clId="{86364085-FEAA-4369-97E0-FB8A68D62F80}" dt="2025-02-18T04:43:25.576" v="473"/>
          <ac:spMkLst>
            <pc:docMk/>
            <pc:sldMk cId="2799660770" sldId="270"/>
            <ac:spMk id="2" creationId="{B9ED9288-B5E1-DCCB-1E9F-4A1CA5A3CFDA}"/>
          </ac:spMkLst>
        </pc:spChg>
        <pc:spChg chg="add mod">
          <ac:chgData name="Vansh Sachdev" userId="dfd929aa4a73c714" providerId="LiveId" clId="{86364085-FEAA-4369-97E0-FB8A68D62F80}" dt="2025-02-17T10:58:57.556" v="380" actId="1076"/>
          <ac:spMkLst>
            <pc:docMk/>
            <pc:sldMk cId="2799660770" sldId="270"/>
            <ac:spMk id="6" creationId="{9401F3C8-FC6C-9DFA-5D03-FB6A3DDBB1D6}"/>
          </ac:spMkLst>
        </pc:spChg>
        <pc:spChg chg="add mod">
          <ac:chgData name="Vansh Sachdev" userId="dfd929aa4a73c714" providerId="LiveId" clId="{86364085-FEAA-4369-97E0-FB8A68D62F80}" dt="2025-02-17T10:59:38.543" v="397" actId="1076"/>
          <ac:spMkLst>
            <pc:docMk/>
            <pc:sldMk cId="2799660770" sldId="270"/>
            <ac:spMk id="9" creationId="{851CF1BB-D6C2-9E14-B7A0-9C98CE478BBF}"/>
          </ac:spMkLst>
        </pc:spChg>
        <pc:picChg chg="add mod">
          <ac:chgData name="Vansh Sachdev" userId="dfd929aa4a73c714" providerId="LiveId" clId="{86364085-FEAA-4369-97E0-FB8A68D62F80}" dt="2025-02-17T10:58:33.855" v="360" actId="962"/>
          <ac:picMkLst>
            <pc:docMk/>
            <pc:sldMk cId="2799660770" sldId="270"/>
            <ac:picMk id="5" creationId="{6C08C087-5C50-E3E7-3CC8-21A3B5F8D94F}"/>
          </ac:picMkLst>
        </pc:picChg>
        <pc:picChg chg="add mod">
          <ac:chgData name="Vansh Sachdev" userId="dfd929aa4a73c714" providerId="LiveId" clId="{86364085-FEAA-4369-97E0-FB8A68D62F80}" dt="2025-02-17T10:59:20.091" v="382" actId="1076"/>
          <ac:picMkLst>
            <pc:docMk/>
            <pc:sldMk cId="2799660770" sldId="270"/>
            <ac:picMk id="8" creationId="{6A186BAD-AB2F-67DF-8D01-0781E97F9E9C}"/>
          </ac:picMkLst>
        </pc:picChg>
        <pc:picChg chg="add mod modCrop">
          <ac:chgData name="Vansh Sachdev" userId="dfd929aa4a73c714" providerId="LiveId" clId="{86364085-FEAA-4369-97E0-FB8A68D62F80}" dt="2025-02-17T11:00:23.418" v="403" actId="1076"/>
          <ac:picMkLst>
            <pc:docMk/>
            <pc:sldMk cId="2799660770" sldId="270"/>
            <ac:picMk id="11" creationId="{0821EFBD-7C21-12DC-F92D-42C482F8CAA9}"/>
          </ac:picMkLst>
        </pc:picChg>
      </pc:sldChg>
      <pc:sldChg chg="addSp modSp new mod">
        <pc:chgData name="Vansh Sachdev" userId="dfd929aa4a73c714" providerId="LiveId" clId="{86364085-FEAA-4369-97E0-FB8A68D62F80}" dt="2025-02-18T04:43:25.576" v="473"/>
        <pc:sldMkLst>
          <pc:docMk/>
          <pc:sldMk cId="2605865318" sldId="271"/>
        </pc:sldMkLst>
        <pc:spChg chg="mod">
          <ac:chgData name="Vansh Sachdev" userId="dfd929aa4a73c714" providerId="LiveId" clId="{86364085-FEAA-4369-97E0-FB8A68D62F80}" dt="2025-02-18T04:43:25.576" v="473"/>
          <ac:spMkLst>
            <pc:docMk/>
            <pc:sldMk cId="2605865318" sldId="271"/>
            <ac:spMk id="2" creationId="{0C7CF82B-C438-BE2A-52F6-0C5AD7A4044B}"/>
          </ac:spMkLst>
        </pc:spChg>
        <pc:picChg chg="add mod">
          <ac:chgData name="Vansh Sachdev" userId="dfd929aa4a73c714" providerId="LiveId" clId="{86364085-FEAA-4369-97E0-FB8A68D62F80}" dt="2025-02-17T11:00:57.081" v="425" actId="1076"/>
          <ac:picMkLst>
            <pc:docMk/>
            <pc:sldMk cId="2605865318" sldId="271"/>
            <ac:picMk id="5" creationId="{418491D1-4236-9527-106F-DF6BE1AD1A29}"/>
          </ac:picMkLst>
        </pc:picChg>
        <pc:picChg chg="add mod">
          <ac:chgData name="Vansh Sachdev" userId="dfd929aa4a73c714" providerId="LiveId" clId="{86364085-FEAA-4369-97E0-FB8A68D62F80}" dt="2025-02-17T11:01:13.096" v="427" actId="1076"/>
          <ac:picMkLst>
            <pc:docMk/>
            <pc:sldMk cId="2605865318" sldId="271"/>
            <ac:picMk id="7" creationId="{46FAC62B-FC79-0E40-A54C-B52A28D19081}"/>
          </ac:picMkLst>
        </pc:picChg>
      </pc:sldChg>
      <pc:sldChg chg="addSp modSp new mod">
        <pc:chgData name="Vansh Sachdev" userId="dfd929aa4a73c714" providerId="LiveId" clId="{86364085-FEAA-4369-97E0-FB8A68D62F80}" dt="2025-02-18T04:43:39.194" v="477" actId="170"/>
        <pc:sldMkLst>
          <pc:docMk/>
          <pc:sldMk cId="492482699" sldId="272"/>
        </pc:sldMkLst>
        <pc:spChg chg="mod">
          <ac:chgData name="Vansh Sachdev" userId="dfd929aa4a73c714" providerId="LiveId" clId="{86364085-FEAA-4369-97E0-FB8A68D62F80}" dt="2025-02-18T04:43:31.726" v="476" actId="1076"/>
          <ac:spMkLst>
            <pc:docMk/>
            <pc:sldMk cId="492482699" sldId="272"/>
            <ac:spMk id="2" creationId="{B49768D9-B625-1B71-9769-11F6CADE05E9}"/>
          </ac:spMkLst>
        </pc:spChg>
        <pc:spChg chg="mod">
          <ac:chgData name="Vansh Sachdev" userId="dfd929aa4a73c714" providerId="LiveId" clId="{86364085-FEAA-4369-97E0-FB8A68D62F80}" dt="2025-02-18T04:43:25.576" v="473"/>
          <ac:spMkLst>
            <pc:docMk/>
            <pc:sldMk cId="492482699" sldId="272"/>
            <ac:spMk id="3" creationId="{F5E96EE1-D9AA-DFAE-4433-08A871042BEF}"/>
          </ac:spMkLst>
        </pc:spChg>
        <pc:picChg chg="add mod ord">
          <ac:chgData name="Vansh Sachdev" userId="dfd929aa4a73c714" providerId="LiveId" clId="{86364085-FEAA-4369-97E0-FB8A68D62F80}" dt="2025-02-18T04:43:39.194" v="477" actId="170"/>
          <ac:picMkLst>
            <pc:docMk/>
            <pc:sldMk cId="492482699" sldId="272"/>
            <ac:picMk id="5" creationId="{6017959E-88F8-E217-10C7-F83DF16D1EDF}"/>
          </ac:picMkLst>
        </pc:picChg>
        <pc:picChg chg="add mod">
          <ac:chgData name="Vansh Sachdev" userId="dfd929aa4a73c714" providerId="LiveId" clId="{86364085-FEAA-4369-97E0-FB8A68D62F80}" dt="2025-02-18T04:43:07.325" v="458" actId="1076"/>
          <ac:picMkLst>
            <pc:docMk/>
            <pc:sldMk cId="492482699" sldId="272"/>
            <ac:picMk id="7" creationId="{4C42B50A-472D-1E63-D504-C7B6B1502C71}"/>
          </ac:picMkLst>
        </pc:picChg>
      </pc:sldChg>
    </pc:docChg>
  </pc:docChgLst>
  <pc:docChgLst>
    <pc:chgData name="shashwat mishra" userId="d87b26fa1a3c7386" providerId="Windows Live" clId="Web-{9BF51EDF-E462-4445-9996-0D353D537123}"/>
    <pc:docChg chg="modSld">
      <pc:chgData name="shashwat mishra" userId="d87b26fa1a3c7386" providerId="Windows Live" clId="Web-{9BF51EDF-E462-4445-9996-0D353D537123}" dt="2025-02-17T11:04:23.325" v="2"/>
      <pc:docMkLst>
        <pc:docMk/>
      </pc:docMkLst>
      <pc:sldChg chg="delSp modSp">
        <pc:chgData name="shashwat mishra" userId="d87b26fa1a3c7386" providerId="Windows Live" clId="Web-{9BF51EDF-E462-4445-9996-0D353D537123}" dt="2025-02-17T11:03:16.543" v="1"/>
        <pc:sldMkLst>
          <pc:docMk/>
          <pc:sldMk cId="2799660770" sldId="270"/>
        </pc:sldMkLst>
        <pc:spChg chg="del mod">
          <ac:chgData name="shashwat mishra" userId="d87b26fa1a3c7386" providerId="Windows Live" clId="Web-{9BF51EDF-E462-4445-9996-0D353D537123}" dt="2025-02-17T11:03:16.543" v="1"/>
          <ac:spMkLst>
            <pc:docMk/>
            <pc:sldMk cId="2799660770" sldId="270"/>
            <ac:spMk id="3" creationId="{958EF288-E14B-D5C5-BE5F-8B21E6759AEB}"/>
          </ac:spMkLst>
        </pc:spChg>
      </pc:sldChg>
      <pc:sldChg chg="delSp">
        <pc:chgData name="shashwat mishra" userId="d87b26fa1a3c7386" providerId="Windows Live" clId="Web-{9BF51EDF-E462-4445-9996-0D353D537123}" dt="2025-02-17T11:04:23.325" v="2"/>
        <pc:sldMkLst>
          <pc:docMk/>
          <pc:sldMk cId="2605865318" sldId="271"/>
        </pc:sldMkLst>
        <pc:spChg chg="del">
          <ac:chgData name="shashwat mishra" userId="d87b26fa1a3c7386" providerId="Windows Live" clId="Web-{9BF51EDF-E462-4445-9996-0D353D537123}" dt="2025-02-17T11:04:23.325" v="2"/>
          <ac:spMkLst>
            <pc:docMk/>
            <pc:sldMk cId="2605865318" sldId="271"/>
            <ac:spMk id="3" creationId="{04968FDB-03CB-D2B1-126C-FF3079A9204A}"/>
          </ac:spMkLst>
        </pc:spChg>
      </pc:sldChg>
    </pc:docChg>
  </pc:docChgLst>
  <pc:docChgLst>
    <pc:chgData name="Marmik Parashar" userId="cc60451c2f5362ef" providerId="Windows Live" clId="Web-{50CD8289-2326-48E8-80A7-28EEF32803F1}"/>
    <pc:docChg chg="modSld">
      <pc:chgData name="Marmik Parashar" userId="cc60451c2f5362ef" providerId="Windows Live" clId="Web-{50CD8289-2326-48E8-80A7-28EEF32803F1}" dt="2025-02-16T16:34:04.982" v="62" actId="20577"/>
      <pc:docMkLst>
        <pc:docMk/>
      </pc:docMkLst>
      <pc:sldChg chg="modSp">
        <pc:chgData name="Marmik Parashar" userId="cc60451c2f5362ef" providerId="Windows Live" clId="Web-{50CD8289-2326-48E8-80A7-28EEF32803F1}" dt="2025-02-16T16:34:04.982" v="62" actId="20577"/>
        <pc:sldMkLst>
          <pc:docMk/>
          <pc:sldMk cId="933205813" sldId="258"/>
        </pc:sldMkLst>
      </pc:sldChg>
      <pc:sldChg chg="modSp">
        <pc:chgData name="Marmik Parashar" userId="cc60451c2f5362ef" providerId="Windows Live" clId="Web-{50CD8289-2326-48E8-80A7-28EEF32803F1}" dt="2025-02-16T16:29:56.980" v="25" actId="1076"/>
        <pc:sldMkLst>
          <pc:docMk/>
          <pc:sldMk cId="3055071450" sldId="261"/>
        </pc:sldMkLst>
        <pc:picChg chg="mod">
          <ac:chgData name="Marmik Parashar" userId="cc60451c2f5362ef" providerId="Windows Live" clId="Web-{50CD8289-2326-48E8-80A7-28EEF32803F1}" dt="2025-02-16T16:29:56.980" v="25" actId="1076"/>
          <ac:picMkLst>
            <pc:docMk/>
            <pc:sldMk cId="3055071450" sldId="261"/>
            <ac:picMk id="4" creationId="{31A5F819-BF59-682B-EB57-3DAF8DBA6801}"/>
          </ac:picMkLst>
        </pc:picChg>
      </pc:sldChg>
      <pc:sldChg chg="modSp">
        <pc:chgData name="Marmik Parashar" userId="cc60451c2f5362ef" providerId="Windows Live" clId="Web-{50CD8289-2326-48E8-80A7-28EEF32803F1}" dt="2025-02-16T16:33:13.498" v="57" actId="14100"/>
        <pc:sldMkLst>
          <pc:docMk/>
          <pc:sldMk cId="132475282" sldId="262"/>
        </pc:sldMkLst>
        <pc:picChg chg="mod">
          <ac:chgData name="Marmik Parashar" userId="cc60451c2f5362ef" providerId="Windows Live" clId="Web-{50CD8289-2326-48E8-80A7-28EEF32803F1}" dt="2025-02-16T16:33:13.498" v="57" actId="14100"/>
          <ac:picMkLst>
            <pc:docMk/>
            <pc:sldMk cId="132475282" sldId="262"/>
            <ac:picMk id="4" creationId="{B2008387-748E-7A65-D8AC-30E6E09D36CE}"/>
          </ac:picMkLst>
        </pc:picChg>
      </pc:sldChg>
      <pc:sldChg chg="delSp modSp">
        <pc:chgData name="Marmik Parashar" userId="cc60451c2f5362ef" providerId="Windows Live" clId="Web-{50CD8289-2326-48E8-80A7-28EEF32803F1}" dt="2025-02-16T16:32:51.857" v="53" actId="14100"/>
        <pc:sldMkLst>
          <pc:docMk/>
          <pc:sldMk cId="3479800934" sldId="265"/>
        </pc:sldMkLst>
        <pc:picChg chg="mod">
          <ac:chgData name="Marmik Parashar" userId="cc60451c2f5362ef" providerId="Windows Live" clId="Web-{50CD8289-2326-48E8-80A7-28EEF32803F1}" dt="2025-02-16T16:32:51.857" v="53" actId="14100"/>
          <ac:picMkLst>
            <pc:docMk/>
            <pc:sldMk cId="3479800934" sldId="265"/>
            <ac:picMk id="4" creationId="{CEF62F42-E189-BFC4-97F5-E5438B124210}"/>
          </ac:picMkLst>
        </pc:picChg>
      </pc:sldChg>
      <pc:sldChg chg="modSp">
        <pc:chgData name="Marmik Parashar" userId="cc60451c2f5362ef" providerId="Windows Live" clId="Web-{50CD8289-2326-48E8-80A7-28EEF32803F1}" dt="2025-02-16T16:30:50.106" v="50" actId="14100"/>
        <pc:sldMkLst>
          <pc:docMk/>
          <pc:sldMk cId="1669222830" sldId="267"/>
        </pc:sldMkLst>
        <pc:spChg chg="mod">
          <ac:chgData name="Marmik Parashar" userId="cc60451c2f5362ef" providerId="Windows Live" clId="Web-{50CD8289-2326-48E8-80A7-28EEF32803F1}" dt="2025-02-16T16:30:50.106" v="50" actId="14100"/>
          <ac:spMkLst>
            <pc:docMk/>
            <pc:sldMk cId="1669222830" sldId="267"/>
            <ac:spMk id="2" creationId="{6814ECF1-FC2D-96AF-8AF6-44737AC883B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259C6AE-0458-4F52-AA69-D836CD85C9CC}"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E587309A-5A23-4582-88A7-DA233C4AA1B3}">
      <dgm:prSet phldrT="[Text]"/>
      <dgm:spPr/>
      <dgm:t>
        <a:bodyPr/>
        <a:lstStyle/>
        <a:p>
          <a:r>
            <a:rPr lang="en-US"/>
            <a:t>Mean square Error</a:t>
          </a:r>
        </a:p>
      </dgm:t>
    </dgm:pt>
    <dgm:pt modelId="{59541FA6-DCCE-486A-8EF1-9A58AE60EA12}" type="parTrans" cxnId="{7AC577E4-7FE2-4E57-917D-2D03294343D7}">
      <dgm:prSet/>
      <dgm:spPr/>
      <dgm:t>
        <a:bodyPr/>
        <a:lstStyle/>
        <a:p>
          <a:endParaRPr lang="en-US"/>
        </a:p>
      </dgm:t>
    </dgm:pt>
    <dgm:pt modelId="{31C66EF7-3A3B-4CB2-988D-C2479554CF6B}" type="sibTrans" cxnId="{7AC577E4-7FE2-4E57-917D-2D03294343D7}">
      <dgm:prSet/>
      <dgm:spPr/>
      <dgm:t>
        <a:bodyPr/>
        <a:lstStyle/>
        <a:p>
          <a:endParaRPr lang="en-US"/>
        </a:p>
      </dgm:t>
    </dgm:pt>
    <dgm:pt modelId="{F91BEFB8-A609-43AE-9CB2-C70EF9BBAC6D}">
      <dgm:prSet phldrT="[Text]"/>
      <dgm:spPr/>
      <dgm:t>
        <a:bodyPr/>
        <a:lstStyle/>
        <a:p>
          <a:r>
            <a:rPr lang="en-US"/>
            <a:t>Mean Absolute Error</a:t>
          </a:r>
        </a:p>
      </dgm:t>
    </dgm:pt>
    <dgm:pt modelId="{877B13D1-ECFD-4A2E-A9C8-400DA6AC562C}" type="parTrans" cxnId="{C51047AB-2F5E-416E-8799-D0E5B15C3041}">
      <dgm:prSet/>
      <dgm:spPr/>
      <dgm:t>
        <a:bodyPr/>
        <a:lstStyle/>
        <a:p>
          <a:endParaRPr lang="en-US"/>
        </a:p>
      </dgm:t>
    </dgm:pt>
    <dgm:pt modelId="{A1BD6939-1DAD-4C1C-AD01-C8BC5CD36A12}" type="sibTrans" cxnId="{C51047AB-2F5E-416E-8799-D0E5B15C3041}">
      <dgm:prSet/>
      <dgm:spPr/>
      <dgm:t>
        <a:bodyPr/>
        <a:lstStyle/>
        <a:p>
          <a:endParaRPr lang="en-US"/>
        </a:p>
      </dgm:t>
    </dgm:pt>
    <dgm:pt modelId="{A8245E7C-9B55-4419-B9EF-DD0DE3CD641A}">
      <dgm:prSet phldrT="[Text]"/>
      <dgm:spPr/>
      <dgm:t>
        <a:bodyPr/>
        <a:lstStyle/>
        <a:p>
          <a:r>
            <a:rPr lang="en-US"/>
            <a:t>Root Mean Square Error</a:t>
          </a:r>
        </a:p>
      </dgm:t>
    </dgm:pt>
    <dgm:pt modelId="{A546CE4A-AC21-4021-8A0C-A879A8F140C5}" type="parTrans" cxnId="{F518A56D-7B83-4DEC-94CA-72BB40BB872D}">
      <dgm:prSet/>
      <dgm:spPr/>
      <dgm:t>
        <a:bodyPr/>
        <a:lstStyle/>
        <a:p>
          <a:endParaRPr lang="en-US"/>
        </a:p>
      </dgm:t>
    </dgm:pt>
    <dgm:pt modelId="{CB3A08D5-490D-40F4-9935-A50A63E78C3B}" type="sibTrans" cxnId="{F518A56D-7B83-4DEC-94CA-72BB40BB872D}">
      <dgm:prSet/>
      <dgm:spPr/>
      <dgm:t>
        <a:bodyPr/>
        <a:lstStyle/>
        <a:p>
          <a:endParaRPr lang="en-US"/>
        </a:p>
      </dgm:t>
    </dgm:pt>
    <dgm:pt modelId="{3371C6ED-81CD-4CBA-917A-6CCAD1FA4A04}">
      <dgm:prSet phldrT="[Text]"/>
      <dgm:spPr/>
      <dgm:t>
        <a:bodyPr/>
        <a:lstStyle/>
        <a:p>
          <a:r>
            <a:rPr lang="en-US"/>
            <a:t>R-2 Score</a:t>
          </a:r>
        </a:p>
      </dgm:t>
    </dgm:pt>
    <dgm:pt modelId="{4400ADC4-DEEF-429C-9CCC-FD00C58C1972}" type="parTrans" cxnId="{78054CF1-EC45-4221-9204-D525F97B5264}">
      <dgm:prSet/>
      <dgm:spPr/>
      <dgm:t>
        <a:bodyPr/>
        <a:lstStyle/>
        <a:p>
          <a:endParaRPr lang="en-US"/>
        </a:p>
      </dgm:t>
    </dgm:pt>
    <dgm:pt modelId="{51CBA5B3-551F-4F5D-BAF7-3E808C185A69}" type="sibTrans" cxnId="{78054CF1-EC45-4221-9204-D525F97B5264}">
      <dgm:prSet/>
      <dgm:spPr/>
      <dgm:t>
        <a:bodyPr/>
        <a:lstStyle/>
        <a:p>
          <a:endParaRPr lang="en-US"/>
        </a:p>
      </dgm:t>
    </dgm:pt>
    <dgm:pt modelId="{7810F61B-5A88-4452-B66A-17E1751E1388}" type="pres">
      <dgm:prSet presAssocID="{B259C6AE-0458-4F52-AA69-D836CD85C9CC}" presName="linear" presStyleCnt="0">
        <dgm:presLayoutVars>
          <dgm:animLvl val="lvl"/>
          <dgm:resizeHandles val="exact"/>
        </dgm:presLayoutVars>
      </dgm:prSet>
      <dgm:spPr/>
    </dgm:pt>
    <dgm:pt modelId="{31DC1F62-B61A-49BF-BF12-E65D6711C0B5}" type="pres">
      <dgm:prSet presAssocID="{E587309A-5A23-4582-88A7-DA233C4AA1B3}" presName="parentText" presStyleLbl="node1" presStyleIdx="0" presStyleCnt="4">
        <dgm:presLayoutVars>
          <dgm:chMax val="0"/>
          <dgm:bulletEnabled val="1"/>
        </dgm:presLayoutVars>
      </dgm:prSet>
      <dgm:spPr/>
    </dgm:pt>
    <dgm:pt modelId="{A01370F2-43D9-4D86-8451-A1B5DD0A838F}" type="pres">
      <dgm:prSet presAssocID="{31C66EF7-3A3B-4CB2-988D-C2479554CF6B}" presName="spacer" presStyleCnt="0"/>
      <dgm:spPr/>
    </dgm:pt>
    <dgm:pt modelId="{913B6154-F1E6-4CD0-B809-8BE27A7A41D9}" type="pres">
      <dgm:prSet presAssocID="{F91BEFB8-A609-43AE-9CB2-C70EF9BBAC6D}" presName="parentText" presStyleLbl="node1" presStyleIdx="1" presStyleCnt="4">
        <dgm:presLayoutVars>
          <dgm:chMax val="0"/>
          <dgm:bulletEnabled val="1"/>
        </dgm:presLayoutVars>
      </dgm:prSet>
      <dgm:spPr/>
    </dgm:pt>
    <dgm:pt modelId="{58F3310F-2A7F-4D50-B7CC-0F335B7CFF8E}" type="pres">
      <dgm:prSet presAssocID="{A1BD6939-1DAD-4C1C-AD01-C8BC5CD36A12}" presName="spacer" presStyleCnt="0"/>
      <dgm:spPr/>
    </dgm:pt>
    <dgm:pt modelId="{79C08967-B4AB-4C2D-8379-639FF518D462}" type="pres">
      <dgm:prSet presAssocID="{A8245E7C-9B55-4419-B9EF-DD0DE3CD641A}" presName="parentText" presStyleLbl="node1" presStyleIdx="2" presStyleCnt="4">
        <dgm:presLayoutVars>
          <dgm:chMax val="0"/>
          <dgm:bulletEnabled val="1"/>
        </dgm:presLayoutVars>
      </dgm:prSet>
      <dgm:spPr/>
    </dgm:pt>
    <dgm:pt modelId="{6A36A607-7711-4D6F-A5E1-F0347B5C5614}" type="pres">
      <dgm:prSet presAssocID="{CB3A08D5-490D-40F4-9935-A50A63E78C3B}" presName="spacer" presStyleCnt="0"/>
      <dgm:spPr/>
    </dgm:pt>
    <dgm:pt modelId="{9A8B4560-1404-4AA1-918D-D7C6E8BB03AE}" type="pres">
      <dgm:prSet presAssocID="{3371C6ED-81CD-4CBA-917A-6CCAD1FA4A04}" presName="parentText" presStyleLbl="node1" presStyleIdx="3" presStyleCnt="4">
        <dgm:presLayoutVars>
          <dgm:chMax val="0"/>
          <dgm:bulletEnabled val="1"/>
        </dgm:presLayoutVars>
      </dgm:prSet>
      <dgm:spPr/>
    </dgm:pt>
  </dgm:ptLst>
  <dgm:cxnLst>
    <dgm:cxn modelId="{ABE03E29-8CF0-4114-8448-D3B98F459EED}" type="presOf" srcId="{3371C6ED-81CD-4CBA-917A-6CCAD1FA4A04}" destId="{9A8B4560-1404-4AA1-918D-D7C6E8BB03AE}" srcOrd="0" destOrd="0" presId="urn:microsoft.com/office/officeart/2005/8/layout/vList2"/>
    <dgm:cxn modelId="{C200023E-5823-4881-94A7-93E2F765CD7A}" type="presOf" srcId="{B259C6AE-0458-4F52-AA69-D836CD85C9CC}" destId="{7810F61B-5A88-4452-B66A-17E1751E1388}" srcOrd="0" destOrd="0" presId="urn:microsoft.com/office/officeart/2005/8/layout/vList2"/>
    <dgm:cxn modelId="{F518A56D-7B83-4DEC-94CA-72BB40BB872D}" srcId="{B259C6AE-0458-4F52-AA69-D836CD85C9CC}" destId="{A8245E7C-9B55-4419-B9EF-DD0DE3CD641A}" srcOrd="2" destOrd="0" parTransId="{A546CE4A-AC21-4021-8A0C-A879A8F140C5}" sibTransId="{CB3A08D5-490D-40F4-9935-A50A63E78C3B}"/>
    <dgm:cxn modelId="{BC23778F-4395-4418-AE71-993DFB284B2C}" type="presOf" srcId="{F91BEFB8-A609-43AE-9CB2-C70EF9BBAC6D}" destId="{913B6154-F1E6-4CD0-B809-8BE27A7A41D9}" srcOrd="0" destOrd="0" presId="urn:microsoft.com/office/officeart/2005/8/layout/vList2"/>
    <dgm:cxn modelId="{E5051499-7BFD-4BDF-A892-9EE919923B78}" type="presOf" srcId="{E587309A-5A23-4582-88A7-DA233C4AA1B3}" destId="{31DC1F62-B61A-49BF-BF12-E65D6711C0B5}" srcOrd="0" destOrd="0" presId="urn:microsoft.com/office/officeart/2005/8/layout/vList2"/>
    <dgm:cxn modelId="{C51047AB-2F5E-416E-8799-D0E5B15C3041}" srcId="{B259C6AE-0458-4F52-AA69-D836CD85C9CC}" destId="{F91BEFB8-A609-43AE-9CB2-C70EF9BBAC6D}" srcOrd="1" destOrd="0" parTransId="{877B13D1-ECFD-4A2E-A9C8-400DA6AC562C}" sibTransId="{A1BD6939-1DAD-4C1C-AD01-C8BC5CD36A12}"/>
    <dgm:cxn modelId="{0CF6A0DF-1014-4DB2-B0FB-8FC754D2D2DB}" type="presOf" srcId="{A8245E7C-9B55-4419-B9EF-DD0DE3CD641A}" destId="{79C08967-B4AB-4C2D-8379-639FF518D462}" srcOrd="0" destOrd="0" presId="urn:microsoft.com/office/officeart/2005/8/layout/vList2"/>
    <dgm:cxn modelId="{7AC577E4-7FE2-4E57-917D-2D03294343D7}" srcId="{B259C6AE-0458-4F52-AA69-D836CD85C9CC}" destId="{E587309A-5A23-4582-88A7-DA233C4AA1B3}" srcOrd="0" destOrd="0" parTransId="{59541FA6-DCCE-486A-8EF1-9A58AE60EA12}" sibTransId="{31C66EF7-3A3B-4CB2-988D-C2479554CF6B}"/>
    <dgm:cxn modelId="{78054CF1-EC45-4221-9204-D525F97B5264}" srcId="{B259C6AE-0458-4F52-AA69-D836CD85C9CC}" destId="{3371C6ED-81CD-4CBA-917A-6CCAD1FA4A04}" srcOrd="3" destOrd="0" parTransId="{4400ADC4-DEEF-429C-9CCC-FD00C58C1972}" sibTransId="{51CBA5B3-551F-4F5D-BAF7-3E808C185A69}"/>
    <dgm:cxn modelId="{2E5B7DEB-FB4C-4B12-A4F8-292A501FAF48}" type="presParOf" srcId="{7810F61B-5A88-4452-B66A-17E1751E1388}" destId="{31DC1F62-B61A-49BF-BF12-E65D6711C0B5}" srcOrd="0" destOrd="0" presId="urn:microsoft.com/office/officeart/2005/8/layout/vList2"/>
    <dgm:cxn modelId="{64CA6E8B-83EF-4C14-852B-20A9CE0F4AB2}" type="presParOf" srcId="{7810F61B-5A88-4452-B66A-17E1751E1388}" destId="{A01370F2-43D9-4D86-8451-A1B5DD0A838F}" srcOrd="1" destOrd="0" presId="urn:microsoft.com/office/officeart/2005/8/layout/vList2"/>
    <dgm:cxn modelId="{64E52542-A3E0-4D64-924F-43A90195D66F}" type="presParOf" srcId="{7810F61B-5A88-4452-B66A-17E1751E1388}" destId="{913B6154-F1E6-4CD0-B809-8BE27A7A41D9}" srcOrd="2" destOrd="0" presId="urn:microsoft.com/office/officeart/2005/8/layout/vList2"/>
    <dgm:cxn modelId="{32B80E12-5D70-4C03-BD97-4FBF16D7E97F}" type="presParOf" srcId="{7810F61B-5A88-4452-B66A-17E1751E1388}" destId="{58F3310F-2A7F-4D50-B7CC-0F335B7CFF8E}" srcOrd="3" destOrd="0" presId="urn:microsoft.com/office/officeart/2005/8/layout/vList2"/>
    <dgm:cxn modelId="{97C74E11-DC27-4FAE-B1D7-799BA79D2CEA}" type="presParOf" srcId="{7810F61B-5A88-4452-B66A-17E1751E1388}" destId="{79C08967-B4AB-4C2D-8379-639FF518D462}" srcOrd="4" destOrd="0" presId="urn:microsoft.com/office/officeart/2005/8/layout/vList2"/>
    <dgm:cxn modelId="{8098C908-9480-487D-BDB0-BE547410BE76}" type="presParOf" srcId="{7810F61B-5A88-4452-B66A-17E1751E1388}" destId="{6A36A607-7711-4D6F-A5E1-F0347B5C5614}" srcOrd="5" destOrd="0" presId="urn:microsoft.com/office/officeart/2005/8/layout/vList2"/>
    <dgm:cxn modelId="{D3A00E56-7939-4C24-88CA-B8105026584F}" type="presParOf" srcId="{7810F61B-5A88-4452-B66A-17E1751E1388}" destId="{9A8B4560-1404-4AA1-918D-D7C6E8BB03A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C1F62-B61A-49BF-BF12-E65D6711C0B5}">
      <dsp:nvSpPr>
        <dsp:cNvPr id="0" name=""/>
        <dsp:cNvSpPr/>
      </dsp:nvSpPr>
      <dsp:spPr>
        <a:xfrm>
          <a:off x="0" y="442433"/>
          <a:ext cx="6245265" cy="10810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Mean square Error</a:t>
          </a:r>
        </a:p>
      </dsp:txBody>
      <dsp:txXfrm>
        <a:off x="52774" y="495207"/>
        <a:ext cx="6139717" cy="975532"/>
      </dsp:txXfrm>
    </dsp:sp>
    <dsp:sp modelId="{913B6154-F1E6-4CD0-B809-8BE27A7A41D9}">
      <dsp:nvSpPr>
        <dsp:cNvPr id="0" name=""/>
        <dsp:cNvSpPr/>
      </dsp:nvSpPr>
      <dsp:spPr>
        <a:xfrm>
          <a:off x="0" y="1650233"/>
          <a:ext cx="6245265" cy="108108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Mean Absolute Error</a:t>
          </a:r>
        </a:p>
      </dsp:txBody>
      <dsp:txXfrm>
        <a:off x="52774" y="1703007"/>
        <a:ext cx="6139717" cy="975532"/>
      </dsp:txXfrm>
    </dsp:sp>
    <dsp:sp modelId="{79C08967-B4AB-4C2D-8379-639FF518D462}">
      <dsp:nvSpPr>
        <dsp:cNvPr id="0" name=""/>
        <dsp:cNvSpPr/>
      </dsp:nvSpPr>
      <dsp:spPr>
        <a:xfrm>
          <a:off x="0" y="2858033"/>
          <a:ext cx="6245265" cy="108108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Root Mean Square Error</a:t>
          </a:r>
        </a:p>
      </dsp:txBody>
      <dsp:txXfrm>
        <a:off x="52774" y="2910807"/>
        <a:ext cx="6139717" cy="975532"/>
      </dsp:txXfrm>
    </dsp:sp>
    <dsp:sp modelId="{9A8B4560-1404-4AA1-918D-D7C6E8BB03AE}">
      <dsp:nvSpPr>
        <dsp:cNvPr id="0" name=""/>
        <dsp:cNvSpPr/>
      </dsp:nvSpPr>
      <dsp:spPr>
        <a:xfrm>
          <a:off x="0" y="4065833"/>
          <a:ext cx="6245265" cy="108108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R-2 Score</a:t>
          </a:r>
        </a:p>
      </dsp:txBody>
      <dsp:txXfrm>
        <a:off x="52774" y="4118607"/>
        <a:ext cx="6139717" cy="9755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A3CC1-84FE-12F8-6DB5-CCB1738FE1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A583FE-02A5-5A88-95EB-D8A33785D6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6245B6-6921-C7C4-49BB-AAF342E65B45}"/>
              </a:ext>
            </a:extLst>
          </p:cNvPr>
          <p:cNvSpPr>
            <a:spLocks noGrp="1"/>
          </p:cNvSpPr>
          <p:nvPr>
            <p:ph type="dt" sz="half" idx="10"/>
          </p:nvPr>
        </p:nvSpPr>
        <p:spPr/>
        <p:txBody>
          <a:bodyPr/>
          <a:lstStyle/>
          <a:p>
            <a:fld id="{D1D1EADE-8E88-4C7C-8AC5-FB148DE4940E}" type="datetime1">
              <a:rPr lang="en-US" smtClean="0"/>
              <a:t>2/17/2025</a:t>
            </a:fld>
            <a:endParaRPr lang="en-US"/>
          </a:p>
        </p:txBody>
      </p:sp>
      <p:sp>
        <p:nvSpPr>
          <p:cNvPr id="5" name="Footer Placeholder 4">
            <a:extLst>
              <a:ext uri="{FF2B5EF4-FFF2-40B4-BE49-F238E27FC236}">
                <a16:creationId xmlns:a16="http://schemas.microsoft.com/office/drawing/2014/main" id="{38F8C4C9-98A9-8F0E-AF3F-9342A4989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C50D65-0F14-7269-FDBA-4B8C9409E0D4}"/>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82251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CC3DB-A800-F04D-5DBB-16569137E0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8D9A36-CC5B-BD52-5B9B-0D1831FCCF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8E62AD-2B4F-DEE3-475D-A4BBD5BB52A2}"/>
              </a:ext>
            </a:extLst>
          </p:cNvPr>
          <p:cNvSpPr>
            <a:spLocks noGrp="1"/>
          </p:cNvSpPr>
          <p:nvPr>
            <p:ph type="dt" sz="half" idx="10"/>
          </p:nvPr>
        </p:nvSpPr>
        <p:spPr/>
        <p:txBody>
          <a:bodyPr/>
          <a:lstStyle/>
          <a:p>
            <a:fld id="{157B6794-849E-4626-908B-D15793550EFB}" type="datetime1">
              <a:rPr lang="en-US" smtClean="0"/>
              <a:t>2/17/2025</a:t>
            </a:fld>
            <a:endParaRPr lang="en-US"/>
          </a:p>
        </p:txBody>
      </p:sp>
      <p:sp>
        <p:nvSpPr>
          <p:cNvPr id="5" name="Footer Placeholder 4">
            <a:extLst>
              <a:ext uri="{FF2B5EF4-FFF2-40B4-BE49-F238E27FC236}">
                <a16:creationId xmlns:a16="http://schemas.microsoft.com/office/drawing/2014/main" id="{3B15C4AD-CC5D-1289-C8C2-E1E85FB16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DEE719-71B8-E0C0-F9E3-959D2CD63A8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56367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36748-3A92-0466-E71B-11FBE2C377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EBC970-467F-7125-D4D2-E84E69AE32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F313C0-C910-9053-458A-3F7EC57D003E}"/>
              </a:ext>
            </a:extLst>
          </p:cNvPr>
          <p:cNvSpPr>
            <a:spLocks noGrp="1"/>
          </p:cNvSpPr>
          <p:nvPr>
            <p:ph type="dt" sz="half" idx="10"/>
          </p:nvPr>
        </p:nvSpPr>
        <p:spPr/>
        <p:txBody>
          <a:bodyPr/>
          <a:lstStyle/>
          <a:p>
            <a:fld id="{63DB64E7-5594-42A3-ADBF-E95A7ACEAD64}" type="datetime1">
              <a:rPr lang="en-US" smtClean="0"/>
              <a:t>2/17/2025</a:t>
            </a:fld>
            <a:endParaRPr lang="en-US"/>
          </a:p>
        </p:txBody>
      </p:sp>
      <p:sp>
        <p:nvSpPr>
          <p:cNvPr id="5" name="Footer Placeholder 4">
            <a:extLst>
              <a:ext uri="{FF2B5EF4-FFF2-40B4-BE49-F238E27FC236}">
                <a16:creationId xmlns:a16="http://schemas.microsoft.com/office/drawing/2014/main" id="{F27DA0F6-C4D2-3984-89EB-83288D34E0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648D33-E236-0B5B-469C-CA73D4477A8A}"/>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34311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E635F-AD48-03BC-8F7A-9C99B66CFE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A3C4D2-3B11-0A97-26AA-7E6843BC4E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CAD4D5-760D-A6AF-D313-755AE3A72A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D28C08-93F7-C848-219B-F745B8D4029A}"/>
              </a:ext>
            </a:extLst>
          </p:cNvPr>
          <p:cNvSpPr>
            <a:spLocks noGrp="1"/>
          </p:cNvSpPr>
          <p:nvPr>
            <p:ph type="dt" sz="half" idx="10"/>
          </p:nvPr>
        </p:nvSpPr>
        <p:spPr/>
        <p:txBody>
          <a:bodyPr/>
          <a:lstStyle/>
          <a:p>
            <a:fld id="{18462B0B-D248-4FFB-8695-AD7FA4B1284A}" type="datetime1">
              <a:rPr lang="en-US" smtClean="0"/>
              <a:t>2/17/2025</a:t>
            </a:fld>
            <a:endParaRPr lang="en-US"/>
          </a:p>
        </p:txBody>
      </p:sp>
      <p:sp>
        <p:nvSpPr>
          <p:cNvPr id="6" name="Footer Placeholder 5">
            <a:extLst>
              <a:ext uri="{FF2B5EF4-FFF2-40B4-BE49-F238E27FC236}">
                <a16:creationId xmlns:a16="http://schemas.microsoft.com/office/drawing/2014/main" id="{32F45B62-5FFC-53AA-53E3-A108B2A948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BC2C14-890B-FE5C-CA3E-68D9429E8EE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39569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4870-270B-06C0-45C8-9705F4C315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6FF17D-BA73-6A90-87D1-52E4D02B93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82EC28-4450-B83A-6B1F-C1EB9B445F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1E74AC-0D6F-4227-EA4F-E56265869E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7A2A82-FD08-AD78-8AE2-285327C2C9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914F50-CDFC-52D1-C69F-0D4216520AFE}"/>
              </a:ext>
            </a:extLst>
          </p:cNvPr>
          <p:cNvSpPr>
            <a:spLocks noGrp="1"/>
          </p:cNvSpPr>
          <p:nvPr>
            <p:ph type="dt" sz="half" idx="10"/>
          </p:nvPr>
        </p:nvSpPr>
        <p:spPr/>
        <p:txBody>
          <a:bodyPr/>
          <a:lstStyle/>
          <a:p>
            <a:fld id="{D0378EFB-9159-4510-B73F-4F0409ADE937}" type="datetime1">
              <a:rPr lang="en-US" smtClean="0"/>
              <a:t>2/17/2025</a:t>
            </a:fld>
            <a:endParaRPr lang="en-US"/>
          </a:p>
        </p:txBody>
      </p:sp>
      <p:sp>
        <p:nvSpPr>
          <p:cNvPr id="8" name="Footer Placeholder 7">
            <a:extLst>
              <a:ext uri="{FF2B5EF4-FFF2-40B4-BE49-F238E27FC236}">
                <a16:creationId xmlns:a16="http://schemas.microsoft.com/office/drawing/2014/main" id="{4E01B9AF-9814-9CD4-1D3A-F2DEB1094D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41D2E0-7963-59D6-EE72-6A20802BB01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53915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F76AB-1E8B-5BAE-1006-826EBDA0BC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2BE651-B3C3-2AB4-ADF4-B88788DC1FF1}"/>
              </a:ext>
            </a:extLst>
          </p:cNvPr>
          <p:cNvSpPr>
            <a:spLocks noGrp="1"/>
          </p:cNvSpPr>
          <p:nvPr>
            <p:ph type="dt" sz="half" idx="10"/>
          </p:nvPr>
        </p:nvSpPr>
        <p:spPr/>
        <p:txBody>
          <a:bodyPr/>
          <a:lstStyle/>
          <a:p>
            <a:fld id="{89BC9412-2452-4BED-A324-9D8C115361AD}" type="datetime1">
              <a:rPr lang="en-US" smtClean="0"/>
              <a:t>2/17/2025</a:t>
            </a:fld>
            <a:endParaRPr lang="en-US"/>
          </a:p>
        </p:txBody>
      </p:sp>
      <p:sp>
        <p:nvSpPr>
          <p:cNvPr id="4" name="Footer Placeholder 3">
            <a:extLst>
              <a:ext uri="{FF2B5EF4-FFF2-40B4-BE49-F238E27FC236}">
                <a16:creationId xmlns:a16="http://schemas.microsoft.com/office/drawing/2014/main" id="{902460D8-5CD2-21EF-0CE8-8D1565E480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A9FF2A-5BD1-0961-072B-D8B4CE3B420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8006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09C3FC-99DC-0F30-576E-F5935EEE801D}"/>
              </a:ext>
            </a:extLst>
          </p:cNvPr>
          <p:cNvSpPr>
            <a:spLocks noGrp="1"/>
          </p:cNvSpPr>
          <p:nvPr>
            <p:ph type="dt" sz="half" idx="10"/>
          </p:nvPr>
        </p:nvSpPr>
        <p:spPr/>
        <p:txBody>
          <a:bodyPr/>
          <a:lstStyle/>
          <a:p>
            <a:fld id="{F5318F62-D251-40E8-A23C-F4CFE9FEAB41}" type="datetime1">
              <a:rPr lang="en-US" smtClean="0"/>
              <a:t>2/17/2025</a:t>
            </a:fld>
            <a:endParaRPr lang="en-US"/>
          </a:p>
        </p:txBody>
      </p:sp>
      <p:sp>
        <p:nvSpPr>
          <p:cNvPr id="3" name="Footer Placeholder 2">
            <a:extLst>
              <a:ext uri="{FF2B5EF4-FFF2-40B4-BE49-F238E27FC236}">
                <a16:creationId xmlns:a16="http://schemas.microsoft.com/office/drawing/2014/main" id="{56C6093D-99E3-D764-5155-F7D0569C24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93211E-075D-C1B4-8D9A-B78677E0B3EE}"/>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03397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36BD6-E5DA-59EC-DB1F-998D7CD33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D45D9B-86E7-F559-915C-6A89570A53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D498A3-D91C-1675-4A50-D73222677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ADA50E-2331-4725-B786-F85FA67674E6}"/>
              </a:ext>
            </a:extLst>
          </p:cNvPr>
          <p:cNvSpPr>
            <a:spLocks noGrp="1"/>
          </p:cNvSpPr>
          <p:nvPr>
            <p:ph type="dt" sz="half" idx="10"/>
          </p:nvPr>
        </p:nvSpPr>
        <p:spPr/>
        <p:txBody>
          <a:bodyPr/>
          <a:lstStyle/>
          <a:p>
            <a:fld id="{44F76144-149E-4874-93A5-554A0357CF82}" type="datetime1">
              <a:rPr lang="en-US" smtClean="0"/>
              <a:t>2/17/2025</a:t>
            </a:fld>
            <a:endParaRPr lang="en-US"/>
          </a:p>
        </p:txBody>
      </p:sp>
      <p:sp>
        <p:nvSpPr>
          <p:cNvPr id="6" name="Footer Placeholder 5">
            <a:extLst>
              <a:ext uri="{FF2B5EF4-FFF2-40B4-BE49-F238E27FC236}">
                <a16:creationId xmlns:a16="http://schemas.microsoft.com/office/drawing/2014/main" id="{E222EFD6-C34C-3269-3DC1-42D9B13BA0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53144C-A49C-A0AE-22BA-0398429B3545}"/>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4550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8D45-7738-97D9-D715-76BA17765D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B07FB1-CFE9-FD5D-3415-6DC84DACCC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5D555A-FF62-3E64-0E29-08F28700CC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D130A7-B289-A6A4-95B4-31305EC6A2C4}"/>
              </a:ext>
            </a:extLst>
          </p:cNvPr>
          <p:cNvSpPr>
            <a:spLocks noGrp="1"/>
          </p:cNvSpPr>
          <p:nvPr>
            <p:ph type="dt" sz="half" idx="10"/>
          </p:nvPr>
        </p:nvSpPr>
        <p:spPr/>
        <p:txBody>
          <a:bodyPr/>
          <a:lstStyle/>
          <a:p>
            <a:fld id="{50BA65D8-0540-4835-AE5C-25D29DBA01BE}" type="datetime1">
              <a:rPr lang="en-US" smtClean="0"/>
              <a:t>2/17/2025</a:t>
            </a:fld>
            <a:endParaRPr lang="en-US"/>
          </a:p>
        </p:txBody>
      </p:sp>
      <p:sp>
        <p:nvSpPr>
          <p:cNvPr id="6" name="Footer Placeholder 5">
            <a:extLst>
              <a:ext uri="{FF2B5EF4-FFF2-40B4-BE49-F238E27FC236}">
                <a16:creationId xmlns:a16="http://schemas.microsoft.com/office/drawing/2014/main" id="{B094CAE6-BBAA-1673-4B59-A58DB8762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D33A70-32DF-9A42-DEF2-AF6B6599FF70}"/>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45421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401B5-D333-1800-4BB1-8B64A1BE65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15A13E-FEB8-DB19-3DF9-068DCE900A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639264-3FF5-7CD4-53F7-1FF635927E38}"/>
              </a:ext>
            </a:extLst>
          </p:cNvPr>
          <p:cNvSpPr>
            <a:spLocks noGrp="1"/>
          </p:cNvSpPr>
          <p:nvPr>
            <p:ph type="dt" sz="half" idx="10"/>
          </p:nvPr>
        </p:nvSpPr>
        <p:spPr/>
        <p:txBody>
          <a:bodyPr/>
          <a:lstStyle/>
          <a:p>
            <a:fld id="{EC3C8B9C-477D-492A-96AD-1FC2CC997A73}" type="datetime1">
              <a:rPr lang="en-US" smtClean="0"/>
              <a:t>2/17/2025</a:t>
            </a:fld>
            <a:endParaRPr lang="en-US"/>
          </a:p>
        </p:txBody>
      </p:sp>
      <p:sp>
        <p:nvSpPr>
          <p:cNvPr id="5" name="Footer Placeholder 4">
            <a:extLst>
              <a:ext uri="{FF2B5EF4-FFF2-40B4-BE49-F238E27FC236}">
                <a16:creationId xmlns:a16="http://schemas.microsoft.com/office/drawing/2014/main" id="{FB238D86-B0DA-FDF9-9AAE-36A62F6585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4BDC1A-B44A-E769-38F9-3AD12C37B76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96665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945323-8A78-645D-C39E-CE71898DF4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C87021-2AC1-D5B4-C0D8-E29DBE1675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47ABDC-75F0-2FCA-DAA4-FAF3A8DCE56B}"/>
              </a:ext>
            </a:extLst>
          </p:cNvPr>
          <p:cNvSpPr>
            <a:spLocks noGrp="1"/>
          </p:cNvSpPr>
          <p:nvPr>
            <p:ph type="dt" sz="half" idx="10"/>
          </p:nvPr>
        </p:nvSpPr>
        <p:spPr/>
        <p:txBody>
          <a:bodyPr/>
          <a:lstStyle/>
          <a:p>
            <a:fld id="{42D3AED5-E26D-4E29-B1B3-7847B6779594}" type="datetime1">
              <a:rPr lang="en-US" smtClean="0"/>
              <a:t>2/17/2025</a:t>
            </a:fld>
            <a:endParaRPr lang="en-US"/>
          </a:p>
        </p:txBody>
      </p:sp>
      <p:sp>
        <p:nvSpPr>
          <p:cNvPr id="5" name="Footer Placeholder 4">
            <a:extLst>
              <a:ext uri="{FF2B5EF4-FFF2-40B4-BE49-F238E27FC236}">
                <a16:creationId xmlns:a16="http://schemas.microsoft.com/office/drawing/2014/main" id="{93790BA6-C02A-60CC-A78A-6BB45F9ACA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1BE0CD-101D-B271-2EFF-A76F592A1D4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05825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0ADAA0-FB17-ADB0-8BA7-870AA80946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DB87519-CE78-AB16-D015-A621BBA02A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D77A0-4573-C8A8-0CEA-8A621D7BF8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1BA835-12AC-4E8F-955A-EA3F4DE2791F}" type="datetime1">
              <a:rPr lang="en-US" smtClean="0"/>
              <a:t>2/17/2025</a:t>
            </a:fld>
            <a:endParaRPr lang="en-US"/>
          </a:p>
        </p:txBody>
      </p:sp>
      <p:sp>
        <p:nvSpPr>
          <p:cNvPr id="5" name="Footer Placeholder 4">
            <a:extLst>
              <a:ext uri="{FF2B5EF4-FFF2-40B4-BE49-F238E27FC236}">
                <a16:creationId xmlns:a16="http://schemas.microsoft.com/office/drawing/2014/main" id="{E4F806D4-F3C8-95E7-C2F7-37586CA855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F6523C-06A0-64C4-3991-B3A52ECF92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362778203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lose up of a solar panel">
            <a:extLst>
              <a:ext uri="{FF2B5EF4-FFF2-40B4-BE49-F238E27FC236}">
                <a16:creationId xmlns:a16="http://schemas.microsoft.com/office/drawing/2014/main" id="{6A933036-A3EF-CCB1-B04E-A5903E1DF712}"/>
              </a:ext>
            </a:extLst>
          </p:cNvPr>
          <p:cNvPicPr>
            <a:picLocks noChangeAspect="1"/>
          </p:cNvPicPr>
          <p:nvPr/>
        </p:nvPicPr>
        <p:blipFill>
          <a:blip r:embed="rId2"/>
          <a:srcRect l="21588" r="19583" b="-1"/>
          <a:stretch/>
        </p:blipFill>
        <p:spPr>
          <a:xfrm>
            <a:off x="8236096" y="3602695"/>
            <a:ext cx="2234908" cy="2535851"/>
          </a:xfrm>
          <a:prstGeom prst="rect">
            <a:avLst/>
          </a:prstGeom>
        </p:spPr>
      </p:pic>
      <p:pic>
        <p:nvPicPr>
          <p:cNvPr id="1026" name="Picture 2">
            <a:extLst>
              <a:ext uri="{FF2B5EF4-FFF2-40B4-BE49-F238E27FC236}">
                <a16:creationId xmlns:a16="http://schemas.microsoft.com/office/drawing/2014/main" id="{FE4FB3FF-BD38-BDA6-5CB7-2A97312A907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12021" y="719455"/>
            <a:ext cx="3683057" cy="259655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4BB250A-1BDE-86D2-9B0A-973B4B096508}"/>
              </a:ext>
            </a:extLst>
          </p:cNvPr>
          <p:cNvSpPr>
            <a:spLocks noGrp="1"/>
          </p:cNvSpPr>
          <p:nvPr>
            <p:ph type="ctrTitle" idx="4294967295"/>
          </p:nvPr>
        </p:nvSpPr>
        <p:spPr>
          <a:xfrm>
            <a:off x="0" y="909638"/>
            <a:ext cx="5957888" cy="1316037"/>
          </a:xfrm>
        </p:spPr>
        <p:txBody>
          <a:bodyPr vert="horz" lIns="91440" tIns="45720" rIns="91440" bIns="45720" rtlCol="0" anchor="t">
            <a:normAutofit/>
          </a:bodyPr>
          <a:lstStyle/>
          <a:p>
            <a:r>
              <a:rPr lang="en-US"/>
              <a:t>Forecasting Electrical Energy Consumption</a:t>
            </a:r>
          </a:p>
        </p:txBody>
      </p:sp>
      <p:sp>
        <p:nvSpPr>
          <p:cNvPr id="3" name="Subtitle 2">
            <a:extLst>
              <a:ext uri="{FF2B5EF4-FFF2-40B4-BE49-F238E27FC236}">
                <a16:creationId xmlns:a16="http://schemas.microsoft.com/office/drawing/2014/main" id="{F65F8618-CFB2-5992-9041-C2650C91BE6D}"/>
              </a:ext>
            </a:extLst>
          </p:cNvPr>
          <p:cNvSpPr>
            <a:spLocks noGrp="1"/>
          </p:cNvSpPr>
          <p:nvPr>
            <p:ph type="subTitle" idx="4294967295"/>
          </p:nvPr>
        </p:nvSpPr>
        <p:spPr>
          <a:xfrm>
            <a:off x="0" y="2235200"/>
            <a:ext cx="5957888" cy="3713163"/>
          </a:xfrm>
        </p:spPr>
        <p:txBody>
          <a:bodyPr vert="horz" lIns="91440" tIns="45720" rIns="91440" bIns="45720" rtlCol="0">
            <a:normAutofit/>
          </a:bodyPr>
          <a:lstStyle/>
          <a:p>
            <a:r>
              <a:rPr lang="en-US" b="1"/>
              <a:t>Presented By: -</a:t>
            </a:r>
          </a:p>
          <a:p>
            <a:pPr lvl="1"/>
            <a:r>
              <a:rPr lang="en-US"/>
              <a:t>Marmik Parashar, Vansh Sachdeva, Ayushi Dadhich, Shashwat Mishra</a:t>
            </a:r>
          </a:p>
          <a:p>
            <a:r>
              <a:rPr lang="en-US" b="1"/>
              <a:t>Under Guidance Of: -</a:t>
            </a:r>
          </a:p>
          <a:p>
            <a:pPr lvl="1"/>
            <a:r>
              <a:rPr lang="en-US"/>
              <a:t>Mr Anurag Singh</a:t>
            </a:r>
          </a:p>
          <a:p>
            <a:pPr lvl="2"/>
            <a:r>
              <a:rPr lang="en-US"/>
              <a:t>Project Engineer CDAC Delhi</a:t>
            </a:r>
          </a:p>
        </p:txBody>
      </p:sp>
    </p:spTree>
    <p:extLst>
      <p:ext uri="{BB962C8B-B14F-4D97-AF65-F5344CB8AC3E}">
        <p14:creationId xmlns:p14="http://schemas.microsoft.com/office/powerpoint/2010/main" val="93052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3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0" nodeType="withEffect">
                                  <p:stCondLst>
                                    <p:cond delay="300"/>
                                  </p:stCondLst>
                                  <p:iterate type="lt">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4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300"/>
                                  </p:stCondLst>
                                  <p:iterate type="lt">
                                    <p:tmPct val="10000"/>
                                  </p:iterate>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400"/>
                                        <p:tgtEl>
                                          <p:spTgt spid="3">
                                            <p:txEl>
                                              <p:pRg st="2" end="2"/>
                                            </p:txEl>
                                          </p:spTgt>
                                        </p:tgtEl>
                                      </p:cBhvr>
                                    </p:animEffect>
                                  </p:childTnLst>
                                </p:cTn>
                              </p:par>
                              <p:par>
                                <p:cTn id="19" presetID="10" presetClass="entr" presetSubtype="0" fill="hold" grpId="0" nodeType="withEffect">
                                  <p:stCondLst>
                                    <p:cond delay="300"/>
                                  </p:stCondLst>
                                  <p:iterate type="lt">
                                    <p:tmPct val="10000"/>
                                  </p:iterate>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400"/>
                                        <p:tgtEl>
                                          <p:spTgt spid="3">
                                            <p:txEl>
                                              <p:pRg st="3" end="3"/>
                                            </p:txEl>
                                          </p:spTgt>
                                        </p:tgtEl>
                                      </p:cBhvr>
                                    </p:animEffect>
                                  </p:childTnLst>
                                </p:cTn>
                              </p:par>
                              <p:par>
                                <p:cTn id="22" presetID="10" presetClass="entr" presetSubtype="0" fill="hold" grpId="0" nodeType="withEffect">
                                  <p:stCondLst>
                                    <p:cond delay="300"/>
                                  </p:stCondLst>
                                  <p:iterate type="lt">
                                    <p:tmPct val="10000"/>
                                  </p:iterate>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4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Digital financial graph">
            <a:extLst>
              <a:ext uri="{FF2B5EF4-FFF2-40B4-BE49-F238E27FC236}">
                <a16:creationId xmlns:a16="http://schemas.microsoft.com/office/drawing/2014/main" id="{1003C51E-0982-019C-ABB7-8A3B45555B19}"/>
              </a:ext>
            </a:extLst>
          </p:cNvPr>
          <p:cNvPicPr>
            <a:picLocks noChangeAspect="1"/>
          </p:cNvPicPr>
          <p:nvPr/>
        </p:nvPicPr>
        <p:blipFill>
          <a:blip r:embed="rId2"/>
          <a:srcRect l="37266" r="28324" b="1"/>
          <a:stretch/>
        </p:blipFill>
        <p:spPr>
          <a:xfrm>
            <a:off x="20" y="-17929"/>
            <a:ext cx="4206220" cy="6875929"/>
          </a:xfrm>
          <a:prstGeom prst="rect">
            <a:avLst/>
          </a:prstGeom>
        </p:spPr>
      </p:pic>
      <p:sp>
        <p:nvSpPr>
          <p:cNvPr id="2" name="Title 1">
            <a:extLst>
              <a:ext uri="{FF2B5EF4-FFF2-40B4-BE49-F238E27FC236}">
                <a16:creationId xmlns:a16="http://schemas.microsoft.com/office/drawing/2014/main" id="{09B178B6-4F29-40D5-6BF6-540736D4E858}"/>
              </a:ext>
            </a:extLst>
          </p:cNvPr>
          <p:cNvSpPr>
            <a:spLocks noGrp="1"/>
          </p:cNvSpPr>
          <p:nvPr>
            <p:ph type="title"/>
          </p:nvPr>
        </p:nvSpPr>
        <p:spPr>
          <a:xfrm>
            <a:off x="4866968" y="914400"/>
            <a:ext cx="6627924" cy="1307592"/>
          </a:xfrm>
        </p:spPr>
        <p:txBody>
          <a:bodyPr>
            <a:normAutofit/>
          </a:bodyPr>
          <a:lstStyle/>
          <a:p>
            <a:r>
              <a:rPr lang="en-US"/>
              <a:t>Introduction</a:t>
            </a:r>
          </a:p>
        </p:txBody>
      </p:sp>
      <p:sp>
        <p:nvSpPr>
          <p:cNvPr id="4" name="Rectangle 1">
            <a:extLst>
              <a:ext uri="{FF2B5EF4-FFF2-40B4-BE49-F238E27FC236}">
                <a16:creationId xmlns:a16="http://schemas.microsoft.com/office/drawing/2014/main" id="{528918E2-BD3B-D6C5-F4D6-BC2A5BC69C3B}"/>
              </a:ext>
            </a:extLst>
          </p:cNvPr>
          <p:cNvSpPr>
            <a:spLocks noGrp="1" noChangeArrowheads="1"/>
          </p:cNvSpPr>
          <p:nvPr>
            <p:ph idx="1"/>
          </p:nvPr>
        </p:nvSpPr>
        <p:spPr bwMode="auto">
          <a:xfrm>
            <a:off x="4866968" y="2221992"/>
            <a:ext cx="6627924" cy="37398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fontScale="92500" lnSpcReduction="10000"/>
          </a:bodyPr>
          <a:lstStyle/>
          <a:p>
            <a:pPr marL="0" indent="0" algn="just" eaLnBrk="0" fontAlgn="base" hangingPunct="0">
              <a:spcBef>
                <a:spcPct val="0"/>
              </a:spcBef>
              <a:spcAft>
                <a:spcPts val="600"/>
              </a:spcAft>
              <a:buNone/>
            </a:pPr>
            <a:r>
              <a:rPr kumimoji="0" lang="en-US" altLang="en-US" b="0" i="0" u="none" strike="noStrike" cap="none" normalizeH="0" baseline="0">
                <a:ln>
                  <a:noFill/>
                </a:ln>
                <a:effectLst/>
                <a:latin typeface="Arial"/>
                <a:cs typeface="Arial"/>
              </a:rPr>
              <a:t>The project aims to develop an advanced electricity consumption forecasting model using ML techniques like ARIMA</a:t>
            </a:r>
            <a:r>
              <a:rPr lang="en-US" altLang="en-US">
                <a:latin typeface="Arial"/>
                <a:cs typeface="Arial"/>
              </a:rPr>
              <a:t>, </a:t>
            </a:r>
            <a:r>
              <a:rPr kumimoji="0" lang="en-US" altLang="en-US" b="0" i="0" u="none" strike="noStrike" cap="none" normalizeH="0" baseline="0">
                <a:ln>
                  <a:noFill/>
                </a:ln>
                <a:effectLst/>
                <a:latin typeface="Arial"/>
                <a:cs typeface="Arial"/>
              </a:rPr>
              <a:t>SARIMA </a:t>
            </a:r>
            <a:r>
              <a:rPr lang="en-US" altLang="en-US">
                <a:latin typeface="Arial"/>
                <a:cs typeface="Arial"/>
              </a:rPr>
              <a:t> AND TBATS to</a:t>
            </a:r>
            <a:r>
              <a:rPr kumimoji="0" lang="en-US" altLang="en-US" b="0" i="0" u="none" strike="noStrike" cap="none" normalizeH="0" baseline="0">
                <a:ln>
                  <a:noFill/>
                </a:ln>
                <a:effectLst/>
                <a:latin typeface="Arial"/>
                <a:cs typeface="Arial"/>
              </a:rPr>
              <a:t> enhance prediction accuracy and adaptability. By analyzing large datasets and incorporating synthetic data generation and feature engineering, it ensures scalability and reliability across diverse geographical, economic, and climatic conditions, supporting efficient energy management.</a:t>
            </a: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4140486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Blue blocks and networks technology background">
            <a:extLst>
              <a:ext uri="{FF2B5EF4-FFF2-40B4-BE49-F238E27FC236}">
                <a16:creationId xmlns:a16="http://schemas.microsoft.com/office/drawing/2014/main" id="{6767AC15-680E-BA6E-59BB-CCADD26F1530}"/>
              </a:ext>
            </a:extLst>
          </p:cNvPr>
          <p:cNvPicPr>
            <a:picLocks noChangeAspect="1"/>
          </p:cNvPicPr>
          <p:nvPr/>
        </p:nvPicPr>
        <p:blipFill>
          <a:blip r:embed="rId2"/>
          <a:srcRect l="15420" r="46330" b="-446"/>
          <a:stretch/>
        </p:blipFill>
        <p:spPr>
          <a:xfrm>
            <a:off x="20" y="-1"/>
            <a:ext cx="4663420" cy="6858001"/>
          </a:xfrm>
          <a:prstGeom prst="rect">
            <a:avLst/>
          </a:prstGeom>
        </p:spPr>
      </p:pic>
      <p:sp>
        <p:nvSpPr>
          <p:cNvPr id="2" name="Title 1">
            <a:extLst>
              <a:ext uri="{FF2B5EF4-FFF2-40B4-BE49-F238E27FC236}">
                <a16:creationId xmlns:a16="http://schemas.microsoft.com/office/drawing/2014/main" id="{807F4923-16A6-FDED-86FC-555E1C068FE8}"/>
              </a:ext>
            </a:extLst>
          </p:cNvPr>
          <p:cNvSpPr>
            <a:spLocks noGrp="1"/>
          </p:cNvSpPr>
          <p:nvPr>
            <p:ph type="title"/>
          </p:nvPr>
        </p:nvSpPr>
        <p:spPr>
          <a:xfrm>
            <a:off x="5248656" y="914400"/>
            <a:ext cx="6236208" cy="1307592"/>
          </a:xfrm>
        </p:spPr>
        <p:txBody>
          <a:bodyPr>
            <a:normAutofit/>
          </a:bodyPr>
          <a:lstStyle/>
          <a:p>
            <a:pPr>
              <a:lnSpc>
                <a:spcPct val="90000"/>
              </a:lnSpc>
            </a:pPr>
            <a:r>
              <a:rPr lang="en-US"/>
              <a:t>Hardware and Software Requirements</a:t>
            </a:r>
          </a:p>
        </p:txBody>
      </p:sp>
      <p:sp>
        <p:nvSpPr>
          <p:cNvPr id="3" name="Content Placeholder 2">
            <a:extLst>
              <a:ext uri="{FF2B5EF4-FFF2-40B4-BE49-F238E27FC236}">
                <a16:creationId xmlns:a16="http://schemas.microsoft.com/office/drawing/2014/main" id="{95BB4CED-71A5-5C9E-147D-FC6A994F5FBC}"/>
              </a:ext>
            </a:extLst>
          </p:cNvPr>
          <p:cNvSpPr>
            <a:spLocks noGrp="1"/>
          </p:cNvSpPr>
          <p:nvPr>
            <p:ph idx="1"/>
          </p:nvPr>
        </p:nvSpPr>
        <p:spPr>
          <a:xfrm>
            <a:off x="5248656" y="2221992"/>
            <a:ext cx="6236208" cy="3941064"/>
          </a:xfrm>
        </p:spPr>
        <p:txBody>
          <a:bodyPr>
            <a:normAutofit/>
          </a:bodyPr>
          <a:lstStyle/>
          <a:p>
            <a:pPr>
              <a:lnSpc>
                <a:spcPct val="100000"/>
              </a:lnSpc>
              <a:buFont typeface="Arial" panose="020B0604020202020204" pitchFamily="34" charset="0"/>
              <a:buNone/>
            </a:pPr>
            <a:r>
              <a:rPr lang="en-US" sz="1400">
                <a:latin typeface="Arial"/>
                <a:cs typeface="Arial"/>
              </a:rPr>
              <a:t>•</a:t>
            </a:r>
            <a:r>
              <a:rPr lang="en-US" sz="1400">
                <a:latin typeface="Arial"/>
                <a:ea typeface="Calibri"/>
                <a:cs typeface="Arial"/>
              </a:rPr>
              <a:t> </a:t>
            </a:r>
            <a:r>
              <a:rPr lang="en-US" sz="1400" b="1" cap="small">
                <a:latin typeface="Calibri"/>
                <a:ea typeface="Calibri"/>
                <a:cs typeface="Calibri"/>
              </a:rPr>
              <a:t>Hardware (Recommended):</a:t>
            </a:r>
            <a:r>
              <a:rPr lang="en-US" sz="1400" cap="small">
                <a:latin typeface="Calibri"/>
                <a:ea typeface="Calibri"/>
                <a:cs typeface="Calibri"/>
              </a:rPr>
              <a:t> </a:t>
            </a:r>
            <a:endParaRPr lang="en-US" sz="1400"/>
          </a:p>
          <a:p>
            <a:pPr marL="342900" indent="-342900">
              <a:lnSpc>
                <a:spcPct val="100000"/>
              </a:lnSpc>
              <a:buFont typeface="Arial" panose="020B0604020202020204" pitchFamily="34" charset="0"/>
              <a:buAutoNum type="arabicPeriod"/>
            </a:pPr>
            <a:r>
              <a:rPr lang="en-US" sz="1400" cap="small">
                <a:latin typeface="Calibri"/>
                <a:ea typeface="Calibri"/>
                <a:cs typeface="Calibri"/>
              </a:rPr>
              <a:t>Processor: Intel i7 (8th Gen) or AMD Ryzen 7 </a:t>
            </a:r>
            <a:endParaRPr lang="en-US" sz="1400">
              <a:latin typeface="Aptos" panose="02110004020202020204"/>
              <a:ea typeface="Calibri"/>
              <a:cs typeface="Calibri"/>
            </a:endParaRPr>
          </a:p>
          <a:p>
            <a:pPr marL="342900" indent="-342900">
              <a:lnSpc>
                <a:spcPct val="100000"/>
              </a:lnSpc>
              <a:buFont typeface="Arial" panose="020B0604020202020204" pitchFamily="34" charset="0"/>
              <a:buAutoNum type="arabicPeriod"/>
            </a:pPr>
            <a:r>
              <a:rPr lang="en-US" sz="1400" cap="small">
                <a:latin typeface="Calibri"/>
                <a:ea typeface="Calibri"/>
                <a:cs typeface="Calibri"/>
              </a:rPr>
              <a:t>RAM: 12GB DDR4 </a:t>
            </a:r>
            <a:endParaRPr lang="en-US" sz="1400">
              <a:latin typeface="Aptos" panose="02110004020202020204"/>
              <a:ea typeface="Calibri"/>
              <a:cs typeface="Calibri"/>
            </a:endParaRPr>
          </a:p>
          <a:p>
            <a:pPr marL="342900" indent="-342900">
              <a:lnSpc>
                <a:spcPct val="100000"/>
              </a:lnSpc>
              <a:buFont typeface="Arial" panose="020B0604020202020204" pitchFamily="34" charset="0"/>
              <a:buAutoNum type="arabicPeriod"/>
            </a:pPr>
            <a:r>
              <a:rPr lang="en-US" sz="1400" cap="small">
                <a:latin typeface="Calibri"/>
                <a:ea typeface="Calibri"/>
                <a:cs typeface="Calibri"/>
              </a:rPr>
              <a:t>Storage: 100GB SSD </a:t>
            </a:r>
            <a:endParaRPr lang="en-US" sz="1400">
              <a:latin typeface="Aptos" panose="02110004020202020204"/>
              <a:ea typeface="Calibri"/>
              <a:cs typeface="Calibri"/>
            </a:endParaRPr>
          </a:p>
          <a:p>
            <a:pPr marL="342900" indent="-342900">
              <a:lnSpc>
                <a:spcPct val="100000"/>
              </a:lnSpc>
              <a:buFont typeface="Arial" panose="020B0604020202020204" pitchFamily="34" charset="0"/>
              <a:buAutoNum type="arabicPeriod"/>
            </a:pPr>
            <a:r>
              <a:rPr lang="en-US" sz="1400" cap="small">
                <a:latin typeface="Calibri"/>
                <a:ea typeface="Calibri"/>
                <a:cs typeface="Calibri"/>
              </a:rPr>
              <a:t>GPU: WhiskeyLake-U GT2 [UHD Graphics 620] </a:t>
            </a:r>
            <a:endParaRPr lang="en-US" sz="1400"/>
          </a:p>
          <a:p>
            <a:pPr>
              <a:lnSpc>
                <a:spcPct val="100000"/>
              </a:lnSpc>
              <a:buFont typeface="Arial" panose="020B0604020202020204" pitchFamily="34" charset="0"/>
              <a:buNone/>
            </a:pPr>
            <a:endParaRPr lang="en-US" sz="1400" cap="small">
              <a:latin typeface="Calibri"/>
              <a:ea typeface="Calibri"/>
              <a:cs typeface="Calibri"/>
            </a:endParaRPr>
          </a:p>
          <a:p>
            <a:pPr>
              <a:lnSpc>
                <a:spcPct val="100000"/>
              </a:lnSpc>
              <a:buFont typeface="Arial" panose="020B0604020202020204" pitchFamily="34" charset="0"/>
              <a:buNone/>
            </a:pPr>
            <a:r>
              <a:rPr lang="en-US" sz="1400">
                <a:latin typeface="Arial"/>
                <a:cs typeface="Arial"/>
              </a:rPr>
              <a:t>•</a:t>
            </a:r>
            <a:r>
              <a:rPr lang="en-US" sz="1400">
                <a:latin typeface="Arial"/>
                <a:ea typeface="Calibri"/>
                <a:cs typeface="Arial"/>
              </a:rPr>
              <a:t> </a:t>
            </a:r>
            <a:r>
              <a:rPr lang="en-US" sz="1400" b="1" cap="small">
                <a:latin typeface="Calibri"/>
                <a:ea typeface="Calibri"/>
                <a:cs typeface="Calibri"/>
              </a:rPr>
              <a:t>Software (Recommended):</a:t>
            </a:r>
            <a:r>
              <a:rPr lang="en-US" sz="1400" cap="small">
                <a:latin typeface="Calibri"/>
                <a:ea typeface="Calibri"/>
                <a:cs typeface="Calibri"/>
              </a:rPr>
              <a:t> </a:t>
            </a:r>
            <a:endParaRPr lang="en-US" sz="1400"/>
          </a:p>
          <a:p>
            <a:pPr marL="342900" indent="-342900">
              <a:lnSpc>
                <a:spcPct val="100000"/>
              </a:lnSpc>
              <a:buFont typeface="Arial" panose="020B0604020202020204" pitchFamily="34" charset="0"/>
              <a:buAutoNum type="arabicPeriod"/>
            </a:pPr>
            <a:r>
              <a:rPr lang="en-US" sz="1400" cap="small">
                <a:latin typeface="Calibri"/>
                <a:ea typeface="Calibri"/>
                <a:cs typeface="Calibri"/>
              </a:rPr>
              <a:t>OS: Linux, Windows 11 Home </a:t>
            </a:r>
            <a:endParaRPr lang="en-US" sz="1400">
              <a:latin typeface="Aptos" panose="02110004020202020204"/>
              <a:ea typeface="Calibri"/>
              <a:cs typeface="Calibri"/>
            </a:endParaRPr>
          </a:p>
          <a:p>
            <a:pPr marL="342900" indent="-342900">
              <a:lnSpc>
                <a:spcPct val="100000"/>
              </a:lnSpc>
              <a:buFont typeface="Arial" panose="020B0604020202020204" pitchFamily="34" charset="0"/>
              <a:buAutoNum type="arabicPeriod"/>
            </a:pPr>
            <a:r>
              <a:rPr lang="en-US" sz="1400" cap="small">
                <a:latin typeface="Calibri"/>
                <a:ea typeface="Calibri"/>
                <a:cs typeface="Calibri"/>
              </a:rPr>
              <a:t>Text Editors: VsCode, Anaconda Jupyter </a:t>
            </a:r>
            <a:endParaRPr lang="en-US" sz="1400">
              <a:latin typeface="Aptos" panose="02110004020202020204"/>
              <a:ea typeface="Calibri"/>
              <a:cs typeface="Calibri"/>
            </a:endParaRPr>
          </a:p>
          <a:p>
            <a:pPr marL="342900" indent="-342900">
              <a:lnSpc>
                <a:spcPct val="100000"/>
              </a:lnSpc>
              <a:buFont typeface="Arial" panose="020B0604020202020204" pitchFamily="34" charset="0"/>
              <a:buAutoNum type="arabicPeriod"/>
            </a:pPr>
            <a:r>
              <a:rPr lang="en-US" sz="1400" cap="small">
                <a:latin typeface="Calibri"/>
                <a:ea typeface="Calibri"/>
                <a:cs typeface="Calibri"/>
              </a:rPr>
              <a:t>Data Visualization: Power BI, Spreadsheet Viewer </a:t>
            </a:r>
            <a:endParaRPr lang="en-US" sz="1400">
              <a:latin typeface="Aptos" panose="02110004020202020204"/>
              <a:ea typeface="Calibri"/>
              <a:cs typeface="Calibri"/>
            </a:endParaRPr>
          </a:p>
          <a:p>
            <a:pPr marL="342900" indent="-342900">
              <a:lnSpc>
                <a:spcPct val="100000"/>
              </a:lnSpc>
              <a:buFont typeface="Arial" panose="020B0604020202020204" pitchFamily="34" charset="0"/>
              <a:buAutoNum type="arabicPeriod"/>
            </a:pPr>
            <a:r>
              <a:rPr lang="en-US" sz="1400" cap="small">
                <a:latin typeface="Calibri"/>
                <a:ea typeface="Calibri"/>
                <a:cs typeface="Calibri"/>
              </a:rPr>
              <a:t>Browser: Google Chrome or compatible browser </a:t>
            </a:r>
            <a:endParaRPr lang="en-US" sz="1400"/>
          </a:p>
          <a:p>
            <a:pPr>
              <a:lnSpc>
                <a:spcPct val="100000"/>
              </a:lnSpc>
            </a:pPr>
            <a:endParaRPr lang="en-US" sz="1400"/>
          </a:p>
        </p:txBody>
      </p:sp>
      <p:sp>
        <p:nvSpPr>
          <p:cNvPr id="4" name="Title 1">
            <a:extLst>
              <a:ext uri="{FF2B5EF4-FFF2-40B4-BE49-F238E27FC236}">
                <a16:creationId xmlns:a16="http://schemas.microsoft.com/office/drawing/2014/main" id="{961CA204-A615-8EAE-0E54-54CE38B73D84}"/>
              </a:ext>
            </a:extLst>
          </p:cNvPr>
          <p:cNvSpPr txBox="1">
            <a:spLocks/>
          </p:cNvSpPr>
          <p:nvPr/>
        </p:nvSpPr>
        <p:spPr>
          <a:xfrm>
            <a:off x="1102368" y="1877492"/>
            <a:ext cx="4030132" cy="3215373"/>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pPr algn="ctr"/>
            <a:endParaRPr lang="en-US">
              <a:solidFill>
                <a:srgbClr val="FF0000"/>
              </a:solidFill>
            </a:endParaRPr>
          </a:p>
        </p:txBody>
      </p:sp>
      <p:sp>
        <p:nvSpPr>
          <p:cNvPr id="5" name="Text Placeholder 2">
            <a:extLst>
              <a:ext uri="{FF2B5EF4-FFF2-40B4-BE49-F238E27FC236}">
                <a16:creationId xmlns:a16="http://schemas.microsoft.com/office/drawing/2014/main" id="{BBC226C8-9C5C-1730-CAE3-FBFD31C9D3D9}"/>
              </a:ext>
            </a:extLst>
          </p:cNvPr>
          <p:cNvSpPr txBox="1">
            <a:spLocks/>
          </p:cNvSpPr>
          <p:nvPr/>
        </p:nvSpPr>
        <p:spPr>
          <a:xfrm>
            <a:off x="6234868" y="1049566"/>
            <a:ext cx="5227333" cy="4635818"/>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endParaRPr lang="en-US">
              <a:solidFill>
                <a:srgbClr val="FF0000"/>
              </a:solidFill>
            </a:endParaRPr>
          </a:p>
        </p:txBody>
      </p:sp>
    </p:spTree>
    <p:extLst>
      <p:ext uri="{BB962C8B-B14F-4D97-AF65-F5344CB8AC3E}">
        <p14:creationId xmlns:p14="http://schemas.microsoft.com/office/powerpoint/2010/main" val="3422617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4005D-00B3-4645-A27F-D2F9323BE9C8}"/>
              </a:ext>
            </a:extLst>
          </p:cNvPr>
          <p:cNvSpPr>
            <a:spLocks noGrp="1"/>
          </p:cNvSpPr>
          <p:nvPr>
            <p:ph type="title"/>
          </p:nvPr>
        </p:nvSpPr>
        <p:spPr>
          <a:xfrm>
            <a:off x="703400" y="899025"/>
            <a:ext cx="4917754" cy="3792926"/>
          </a:xfrm>
        </p:spPr>
        <p:txBody>
          <a:bodyPr vert="horz" lIns="91440" tIns="45720" rIns="91440" bIns="45720" rtlCol="0" anchor="t">
            <a:normAutofit/>
          </a:bodyPr>
          <a:lstStyle/>
          <a:p>
            <a:r>
              <a:rPr lang="en-US" sz="6500"/>
              <a:t>Data Flow Diagram	</a:t>
            </a:r>
          </a:p>
        </p:txBody>
      </p:sp>
      <p:pic>
        <p:nvPicPr>
          <p:cNvPr id="4" name="Content Placeholder 3">
            <a:extLst>
              <a:ext uri="{FF2B5EF4-FFF2-40B4-BE49-F238E27FC236}">
                <a16:creationId xmlns:a16="http://schemas.microsoft.com/office/drawing/2014/main" id="{31A5F819-BF59-682B-EB57-3DAF8DBA6801}"/>
              </a:ext>
            </a:extLst>
          </p:cNvPr>
          <p:cNvPicPr>
            <a:picLocks noGrp="1" noChangeAspect="1"/>
          </p:cNvPicPr>
          <p:nvPr>
            <p:ph idx="1"/>
          </p:nvPr>
        </p:nvPicPr>
        <p:blipFill>
          <a:blip r:embed="rId2"/>
          <a:srcRect r="-1" b="1996"/>
          <a:stretch/>
        </p:blipFill>
        <p:spPr>
          <a:xfrm>
            <a:off x="5706499" y="154609"/>
            <a:ext cx="6486204" cy="6546584"/>
          </a:xfrm>
          <a:prstGeom prst="rect">
            <a:avLst/>
          </a:prstGeom>
        </p:spPr>
      </p:pic>
    </p:spTree>
    <p:extLst>
      <p:ext uri="{BB962C8B-B14F-4D97-AF65-F5344CB8AC3E}">
        <p14:creationId xmlns:p14="http://schemas.microsoft.com/office/powerpoint/2010/main" val="3055071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768D9-B625-1B71-9769-11F6CADE05E9}"/>
              </a:ext>
            </a:extLst>
          </p:cNvPr>
          <p:cNvSpPr>
            <a:spLocks noGrp="1"/>
          </p:cNvSpPr>
          <p:nvPr>
            <p:ph type="title"/>
          </p:nvPr>
        </p:nvSpPr>
        <p:spPr>
          <a:xfrm>
            <a:off x="406453" y="27241"/>
            <a:ext cx="10691265" cy="1307592"/>
          </a:xfrm>
        </p:spPr>
        <p:txBody>
          <a:bodyPr/>
          <a:lstStyle/>
          <a:p>
            <a:r>
              <a:rPr lang="en-US"/>
              <a:t>Dataset</a:t>
            </a:r>
          </a:p>
        </p:txBody>
      </p:sp>
      <p:sp>
        <p:nvSpPr>
          <p:cNvPr id="3" name="Content Placeholder 2">
            <a:extLst>
              <a:ext uri="{FF2B5EF4-FFF2-40B4-BE49-F238E27FC236}">
                <a16:creationId xmlns:a16="http://schemas.microsoft.com/office/drawing/2014/main" id="{F5E96EE1-D9AA-DFAE-4433-08A871042BEF}"/>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4C42B50A-472D-1E63-D504-C7B6B1502C71}"/>
              </a:ext>
            </a:extLst>
          </p:cNvPr>
          <p:cNvPicPr>
            <a:picLocks noChangeAspect="1"/>
          </p:cNvPicPr>
          <p:nvPr/>
        </p:nvPicPr>
        <p:blipFill>
          <a:blip r:embed="rId2"/>
          <a:stretch>
            <a:fillRect/>
          </a:stretch>
        </p:blipFill>
        <p:spPr>
          <a:xfrm>
            <a:off x="3161040" y="4419260"/>
            <a:ext cx="9030960" cy="2438740"/>
          </a:xfrm>
          <a:prstGeom prst="rect">
            <a:avLst/>
          </a:prstGeom>
        </p:spPr>
      </p:pic>
      <p:pic>
        <p:nvPicPr>
          <p:cNvPr id="5" name="Picture 4">
            <a:extLst>
              <a:ext uri="{FF2B5EF4-FFF2-40B4-BE49-F238E27FC236}">
                <a16:creationId xmlns:a16="http://schemas.microsoft.com/office/drawing/2014/main" id="{6017959E-88F8-E217-10C7-F83DF16D1EDF}"/>
              </a:ext>
            </a:extLst>
          </p:cNvPr>
          <p:cNvPicPr>
            <a:picLocks noChangeAspect="1"/>
          </p:cNvPicPr>
          <p:nvPr/>
        </p:nvPicPr>
        <p:blipFill>
          <a:blip r:embed="rId3"/>
          <a:stretch>
            <a:fillRect/>
          </a:stretch>
        </p:blipFill>
        <p:spPr>
          <a:xfrm>
            <a:off x="0" y="1095473"/>
            <a:ext cx="11097718" cy="3540536"/>
          </a:xfrm>
          <a:prstGeom prst="rect">
            <a:avLst/>
          </a:prstGeom>
        </p:spPr>
      </p:pic>
    </p:spTree>
    <p:extLst>
      <p:ext uri="{BB962C8B-B14F-4D97-AF65-F5344CB8AC3E}">
        <p14:creationId xmlns:p14="http://schemas.microsoft.com/office/powerpoint/2010/main" val="492482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D9288-B5E1-DCCB-1E9F-4A1CA5A3CFDA}"/>
              </a:ext>
            </a:extLst>
          </p:cNvPr>
          <p:cNvSpPr>
            <a:spLocks noGrp="1"/>
          </p:cNvSpPr>
          <p:nvPr>
            <p:ph type="title"/>
          </p:nvPr>
        </p:nvSpPr>
        <p:spPr/>
        <p:txBody>
          <a:bodyPr/>
          <a:lstStyle/>
          <a:p>
            <a:r>
              <a:rPr lang="en-US"/>
              <a:t>Code Snippets</a:t>
            </a:r>
          </a:p>
        </p:txBody>
      </p:sp>
      <p:pic>
        <p:nvPicPr>
          <p:cNvPr id="5" name="Picture 4">
            <a:extLst>
              <a:ext uri="{FF2B5EF4-FFF2-40B4-BE49-F238E27FC236}">
                <a16:creationId xmlns:a16="http://schemas.microsoft.com/office/drawing/2014/main" id="{6C08C087-5C50-E3E7-3CC8-21A3B5F8D94F}"/>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232863" y="1819911"/>
            <a:ext cx="7154273" cy="1514686"/>
          </a:xfrm>
          <a:prstGeom prst="rect">
            <a:avLst/>
          </a:prstGeom>
        </p:spPr>
      </p:pic>
      <p:sp>
        <p:nvSpPr>
          <p:cNvPr id="6" name="TextBox 5">
            <a:extLst>
              <a:ext uri="{FF2B5EF4-FFF2-40B4-BE49-F238E27FC236}">
                <a16:creationId xmlns:a16="http://schemas.microsoft.com/office/drawing/2014/main" id="{9401F3C8-FC6C-9DFA-5D03-FB6A3DDBB1D6}"/>
              </a:ext>
            </a:extLst>
          </p:cNvPr>
          <p:cNvSpPr txBox="1"/>
          <p:nvPr/>
        </p:nvSpPr>
        <p:spPr>
          <a:xfrm>
            <a:off x="1309512" y="3324579"/>
            <a:ext cx="2024978" cy="369332"/>
          </a:xfrm>
          <a:prstGeom prst="rect">
            <a:avLst/>
          </a:prstGeom>
          <a:noFill/>
        </p:spPr>
        <p:txBody>
          <a:bodyPr wrap="none" rtlCol="0">
            <a:spAutoFit/>
          </a:bodyPr>
          <a:lstStyle/>
          <a:p>
            <a:r>
              <a:rPr lang="en-US"/>
              <a:t>Libraries Imported</a:t>
            </a:r>
          </a:p>
        </p:txBody>
      </p:sp>
      <p:pic>
        <p:nvPicPr>
          <p:cNvPr id="8" name="Picture 7">
            <a:extLst>
              <a:ext uri="{FF2B5EF4-FFF2-40B4-BE49-F238E27FC236}">
                <a16:creationId xmlns:a16="http://schemas.microsoft.com/office/drawing/2014/main" id="{6A186BAD-AB2F-67DF-8D01-0781E97F9E9C}"/>
              </a:ext>
            </a:extLst>
          </p:cNvPr>
          <p:cNvPicPr>
            <a:picLocks noChangeAspect="1"/>
          </p:cNvPicPr>
          <p:nvPr/>
        </p:nvPicPr>
        <p:blipFill>
          <a:blip r:embed="rId3"/>
          <a:stretch>
            <a:fillRect/>
          </a:stretch>
        </p:blipFill>
        <p:spPr>
          <a:xfrm>
            <a:off x="4076661" y="3433375"/>
            <a:ext cx="7783011" cy="1448002"/>
          </a:xfrm>
          <a:prstGeom prst="rect">
            <a:avLst/>
          </a:prstGeom>
        </p:spPr>
      </p:pic>
      <p:sp>
        <p:nvSpPr>
          <p:cNvPr id="9" name="TextBox 8">
            <a:extLst>
              <a:ext uri="{FF2B5EF4-FFF2-40B4-BE49-F238E27FC236}">
                <a16:creationId xmlns:a16="http://schemas.microsoft.com/office/drawing/2014/main" id="{851CF1BB-D6C2-9E14-B7A0-9C98CE478BBF}"/>
              </a:ext>
            </a:extLst>
          </p:cNvPr>
          <p:cNvSpPr txBox="1"/>
          <p:nvPr/>
        </p:nvSpPr>
        <p:spPr>
          <a:xfrm>
            <a:off x="7147236" y="4914126"/>
            <a:ext cx="1641860" cy="369332"/>
          </a:xfrm>
          <a:prstGeom prst="rect">
            <a:avLst/>
          </a:prstGeom>
          <a:noFill/>
        </p:spPr>
        <p:txBody>
          <a:bodyPr wrap="none" rtlCol="0">
            <a:spAutoFit/>
          </a:bodyPr>
          <a:lstStyle/>
          <a:p>
            <a:r>
              <a:rPr lang="en-US"/>
              <a:t>Data Imported</a:t>
            </a:r>
          </a:p>
        </p:txBody>
      </p:sp>
      <p:pic>
        <p:nvPicPr>
          <p:cNvPr id="11" name="Picture 10">
            <a:extLst>
              <a:ext uri="{FF2B5EF4-FFF2-40B4-BE49-F238E27FC236}">
                <a16:creationId xmlns:a16="http://schemas.microsoft.com/office/drawing/2014/main" id="{0821EFBD-7C21-12DC-F92D-42C482F8CAA9}"/>
              </a:ext>
            </a:extLst>
          </p:cNvPr>
          <p:cNvPicPr>
            <a:picLocks noChangeAspect="1"/>
          </p:cNvPicPr>
          <p:nvPr/>
        </p:nvPicPr>
        <p:blipFill>
          <a:blip r:embed="rId4"/>
          <a:srcRect r="22558" b="15393"/>
          <a:stretch/>
        </p:blipFill>
        <p:spPr>
          <a:xfrm>
            <a:off x="323907" y="4938459"/>
            <a:ext cx="9441715" cy="1721780"/>
          </a:xfrm>
          <a:prstGeom prst="rect">
            <a:avLst/>
          </a:prstGeom>
        </p:spPr>
      </p:pic>
    </p:spTree>
    <p:extLst>
      <p:ext uri="{BB962C8B-B14F-4D97-AF65-F5344CB8AC3E}">
        <p14:creationId xmlns:p14="http://schemas.microsoft.com/office/powerpoint/2010/main" val="2799660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F82B-C438-BE2A-52F6-0C5AD7A4044B}"/>
              </a:ext>
            </a:extLst>
          </p:cNvPr>
          <p:cNvSpPr>
            <a:spLocks noGrp="1"/>
          </p:cNvSpPr>
          <p:nvPr>
            <p:ph type="title"/>
          </p:nvPr>
        </p:nvSpPr>
        <p:spPr/>
        <p:txBody>
          <a:bodyPr/>
          <a:lstStyle/>
          <a:p>
            <a:r>
              <a:rPr lang="en-US"/>
              <a:t>Some More Snippets</a:t>
            </a:r>
          </a:p>
        </p:txBody>
      </p:sp>
      <p:pic>
        <p:nvPicPr>
          <p:cNvPr id="5" name="Picture 4">
            <a:extLst>
              <a:ext uri="{FF2B5EF4-FFF2-40B4-BE49-F238E27FC236}">
                <a16:creationId xmlns:a16="http://schemas.microsoft.com/office/drawing/2014/main" id="{418491D1-4236-9527-106F-DF6BE1AD1A29}"/>
              </a:ext>
            </a:extLst>
          </p:cNvPr>
          <p:cNvPicPr>
            <a:picLocks noChangeAspect="1"/>
          </p:cNvPicPr>
          <p:nvPr/>
        </p:nvPicPr>
        <p:blipFill>
          <a:blip r:embed="rId2"/>
          <a:stretch>
            <a:fillRect/>
          </a:stretch>
        </p:blipFill>
        <p:spPr>
          <a:xfrm>
            <a:off x="700635" y="1847714"/>
            <a:ext cx="3581900" cy="1943371"/>
          </a:xfrm>
          <a:prstGeom prst="rect">
            <a:avLst/>
          </a:prstGeom>
        </p:spPr>
      </p:pic>
      <p:pic>
        <p:nvPicPr>
          <p:cNvPr id="7" name="Picture 6">
            <a:extLst>
              <a:ext uri="{FF2B5EF4-FFF2-40B4-BE49-F238E27FC236}">
                <a16:creationId xmlns:a16="http://schemas.microsoft.com/office/drawing/2014/main" id="{46FAC62B-FC79-0E40-A54C-B52A28D19081}"/>
              </a:ext>
            </a:extLst>
          </p:cNvPr>
          <p:cNvPicPr>
            <a:picLocks noChangeAspect="1"/>
          </p:cNvPicPr>
          <p:nvPr/>
        </p:nvPicPr>
        <p:blipFill>
          <a:blip r:embed="rId3"/>
          <a:stretch>
            <a:fillRect/>
          </a:stretch>
        </p:blipFill>
        <p:spPr>
          <a:xfrm>
            <a:off x="4590537" y="2819399"/>
            <a:ext cx="7354326" cy="4020111"/>
          </a:xfrm>
          <a:prstGeom prst="rect">
            <a:avLst/>
          </a:prstGeom>
        </p:spPr>
      </p:pic>
    </p:spTree>
    <p:extLst>
      <p:ext uri="{BB962C8B-B14F-4D97-AF65-F5344CB8AC3E}">
        <p14:creationId xmlns:p14="http://schemas.microsoft.com/office/powerpoint/2010/main" val="2605865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7C5803-BECF-A7BB-386F-59F593AC2BA1}"/>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a:solidFill>
                  <a:schemeClr val="tx1"/>
                </a:solidFill>
                <a:latin typeface="+mj-lt"/>
                <a:ea typeface="+mj-ea"/>
                <a:cs typeface="+mj-cs"/>
              </a:rPr>
              <a:t>Web UI Interface</a:t>
            </a:r>
          </a:p>
        </p:txBody>
      </p:sp>
      <p:sp>
        <p:nvSpPr>
          <p:cNvPr id="7" name="Rectangle 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B2008387-748E-7A65-D8AC-30E6E09D36CE}"/>
              </a:ext>
            </a:extLst>
          </p:cNvPr>
          <p:cNvPicPr>
            <a:picLocks noGrp="1" noChangeAspect="1"/>
          </p:cNvPicPr>
          <p:nvPr>
            <p:ph idx="1"/>
          </p:nvPr>
        </p:nvPicPr>
        <p:blipFill>
          <a:blip r:embed="rId2"/>
          <a:stretch>
            <a:fillRect/>
          </a:stretch>
        </p:blipFill>
        <p:spPr>
          <a:xfrm>
            <a:off x="545238" y="1495830"/>
            <a:ext cx="7608304" cy="3937296"/>
          </a:xfrm>
          <a:prstGeom prst="rect">
            <a:avLst/>
          </a:prstGeom>
        </p:spPr>
      </p:pic>
      <p:sp>
        <p:nvSpPr>
          <p:cNvPr id="10" name="Rectangle 9">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75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EF62F42-E189-BFC4-97F5-E5438B124210}"/>
              </a:ext>
            </a:extLst>
          </p:cNvPr>
          <p:cNvPicPr>
            <a:picLocks noGrp="1" noChangeAspect="1"/>
          </p:cNvPicPr>
          <p:nvPr>
            <p:ph idx="1"/>
          </p:nvPr>
        </p:nvPicPr>
        <p:blipFill>
          <a:blip r:embed="rId2"/>
          <a:stretch/>
        </p:blipFill>
        <p:spPr>
          <a:xfrm>
            <a:off x="1975651" y="1825625"/>
            <a:ext cx="8240697" cy="4351338"/>
          </a:xfrm>
          <a:prstGeom prst="rect">
            <a:avLst/>
          </a:prstGeom>
        </p:spPr>
      </p:pic>
      <p:sp>
        <p:nvSpPr>
          <p:cNvPr id="2" name="TextBox 1">
            <a:extLst>
              <a:ext uri="{FF2B5EF4-FFF2-40B4-BE49-F238E27FC236}">
                <a16:creationId xmlns:a16="http://schemas.microsoft.com/office/drawing/2014/main" id="{2F3F809E-A286-7851-5285-20B9468AF258}"/>
              </a:ext>
            </a:extLst>
          </p:cNvPr>
          <p:cNvSpPr txBox="1"/>
          <p:nvPr/>
        </p:nvSpPr>
        <p:spPr>
          <a:xfrm>
            <a:off x="548640" y="1014984"/>
            <a:ext cx="10927975" cy="1362456"/>
          </a:xfrm>
          <a:prstGeom prst="rect">
            <a:avLst/>
          </a:prstGeom>
        </p:spPr>
        <p:txBody>
          <a:bodyPr vert="horz" lIns="91440" tIns="45720" rIns="91440" bIns="45720" rtlCol="0" anchor="t">
            <a:normAutofit/>
          </a:bodyPr>
          <a:lstStyle/>
          <a:p>
            <a:pPr algn="ctr">
              <a:lnSpc>
                <a:spcPct val="110000"/>
              </a:lnSpc>
              <a:spcAft>
                <a:spcPts val="600"/>
              </a:spcAft>
            </a:pPr>
            <a:r>
              <a:rPr lang="en-US" sz="4800"/>
              <a:t>Data Distribution Visualization</a:t>
            </a:r>
          </a:p>
        </p:txBody>
      </p:sp>
    </p:spTree>
    <p:extLst>
      <p:ext uri="{BB962C8B-B14F-4D97-AF65-F5344CB8AC3E}">
        <p14:creationId xmlns:p14="http://schemas.microsoft.com/office/powerpoint/2010/main" val="3479800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62A07-9AD7-21CC-93AE-8D550D026BAC}"/>
              </a:ext>
            </a:extLst>
          </p:cNvPr>
          <p:cNvSpPr>
            <a:spLocks noGrp="1"/>
          </p:cNvSpPr>
          <p:nvPr>
            <p:ph type="title"/>
          </p:nvPr>
        </p:nvSpPr>
        <p:spPr>
          <a:xfrm>
            <a:off x="590550" y="606323"/>
            <a:ext cx="10801350" cy="978772"/>
          </a:xfrm>
        </p:spPr>
        <p:txBody>
          <a:bodyPr vert="horz" lIns="91440" tIns="45720" rIns="91440" bIns="45720" rtlCol="0" anchor="t">
            <a:normAutofit/>
          </a:bodyPr>
          <a:lstStyle/>
          <a:p>
            <a:r>
              <a:rPr lang="en-US" sz="5400"/>
              <a:t>Dashboard</a:t>
            </a:r>
          </a:p>
        </p:txBody>
      </p:sp>
      <p:pic>
        <p:nvPicPr>
          <p:cNvPr id="5" name="Picture 4">
            <a:extLst>
              <a:ext uri="{FF2B5EF4-FFF2-40B4-BE49-F238E27FC236}">
                <a16:creationId xmlns:a16="http://schemas.microsoft.com/office/drawing/2014/main" id="{5D01384D-8163-ABCE-20E4-937261511088}"/>
              </a:ext>
            </a:extLst>
          </p:cNvPr>
          <p:cNvPicPr>
            <a:picLocks noChangeAspect="1"/>
          </p:cNvPicPr>
          <p:nvPr/>
        </p:nvPicPr>
        <p:blipFill>
          <a:blip r:embed="rId2"/>
          <a:stretch>
            <a:fillRect/>
          </a:stretch>
        </p:blipFill>
        <p:spPr>
          <a:xfrm>
            <a:off x="1289185" y="2191418"/>
            <a:ext cx="10102715" cy="4298075"/>
          </a:xfrm>
          <a:prstGeom prst="rect">
            <a:avLst/>
          </a:prstGeom>
        </p:spPr>
      </p:pic>
    </p:spTree>
    <p:extLst>
      <p:ext uri="{BB962C8B-B14F-4D97-AF65-F5344CB8AC3E}">
        <p14:creationId xmlns:p14="http://schemas.microsoft.com/office/powerpoint/2010/main" val="1064318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F08F4EC1-527C-E969-C078-52400B9E1556}"/>
              </a:ext>
            </a:extLst>
          </p:cNvPr>
          <p:cNvSpPr>
            <a:spLocks noGrp="1"/>
          </p:cNvSpPr>
          <p:nvPr>
            <p:ph type="title"/>
          </p:nvPr>
        </p:nvSpPr>
        <p:spPr>
          <a:xfrm>
            <a:off x="479394" y="1070800"/>
            <a:ext cx="3939688" cy="5583126"/>
          </a:xfrm>
        </p:spPr>
        <p:txBody>
          <a:bodyPr vert="horz" lIns="91440" tIns="45720" rIns="91440" bIns="45720" rtlCol="0">
            <a:normAutofit/>
          </a:bodyPr>
          <a:lstStyle/>
          <a:p>
            <a:pPr algn="r"/>
            <a:r>
              <a:rPr lang="en-US" sz="6800" kern="1200">
                <a:latin typeface="+mj-lt"/>
                <a:ea typeface="+mj-ea"/>
                <a:cs typeface="+mj-cs"/>
              </a:rPr>
              <a:t>Evaluation Metrics</a:t>
            </a:r>
          </a:p>
        </p:txBody>
      </p:sp>
      <p:cxnSp>
        <p:nvCxnSpPr>
          <p:cNvPr id="27" name="Straight Connector 26">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6">
            <a:extLst>
              <a:ext uri="{FF2B5EF4-FFF2-40B4-BE49-F238E27FC236}">
                <a16:creationId xmlns:a16="http://schemas.microsoft.com/office/drawing/2014/main" id="{0AF80C38-9DC1-E6D3-A88D-567187762E7A}"/>
              </a:ext>
            </a:extLst>
          </p:cNvPr>
          <p:cNvGraphicFramePr>
            <a:graphicFrameLocks noGrp="1"/>
          </p:cNvGraphicFramePr>
          <p:nvPr>
            <p:ph idx="1"/>
            <p:extLst>
              <p:ext uri="{D42A27DB-BD31-4B8C-83A1-F6EECF244321}">
                <p14:modId xmlns:p14="http://schemas.microsoft.com/office/powerpoint/2010/main" val="1251523830"/>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4217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 shot of a graph&#10;&#10;AI-generated content may be incorrect.">
            <a:extLst>
              <a:ext uri="{FF2B5EF4-FFF2-40B4-BE49-F238E27FC236}">
                <a16:creationId xmlns:a16="http://schemas.microsoft.com/office/drawing/2014/main" id="{10877316-859F-B721-E07B-FC51237BFDEC}"/>
              </a:ext>
            </a:extLst>
          </p:cNvPr>
          <p:cNvPicPr>
            <a:picLocks noChangeAspect="1"/>
          </p:cNvPicPr>
          <p:nvPr/>
        </p:nvPicPr>
        <p:blipFill>
          <a:blip r:embed="rId2">
            <a:extLst>
              <a:ext uri="{28A0092B-C50C-407E-A947-70E740481C1C}">
                <a14:useLocalDpi xmlns:a14="http://schemas.microsoft.com/office/drawing/2010/main" val="0"/>
              </a:ext>
            </a:extLst>
          </a:blip>
          <a:srcRect t="15144" r="2667"/>
          <a:stretch/>
        </p:blipFill>
        <p:spPr>
          <a:xfrm>
            <a:off x="20" y="1038578"/>
            <a:ext cx="12191980" cy="5819421"/>
          </a:xfrm>
          <a:prstGeom prst="rect">
            <a:avLst/>
          </a:prstGeom>
        </p:spPr>
      </p:pic>
      <p:sp>
        <p:nvSpPr>
          <p:cNvPr id="2" name="Title 1">
            <a:extLst>
              <a:ext uri="{FF2B5EF4-FFF2-40B4-BE49-F238E27FC236}">
                <a16:creationId xmlns:a16="http://schemas.microsoft.com/office/drawing/2014/main" id="{F1385BEC-E578-9056-E895-8180FD0409FE}"/>
              </a:ext>
            </a:extLst>
          </p:cNvPr>
          <p:cNvSpPr>
            <a:spLocks noGrp="1"/>
          </p:cNvSpPr>
          <p:nvPr>
            <p:ph type="title"/>
          </p:nvPr>
        </p:nvSpPr>
        <p:spPr>
          <a:xfrm>
            <a:off x="800100" y="133807"/>
            <a:ext cx="10591800" cy="770964"/>
          </a:xfrm>
        </p:spPr>
        <p:txBody>
          <a:bodyPr vert="horz" lIns="91440" tIns="45720" rIns="91440" bIns="45720" rtlCol="0" anchor="b">
            <a:normAutofit/>
          </a:bodyPr>
          <a:lstStyle/>
          <a:p>
            <a:pPr>
              <a:lnSpc>
                <a:spcPct val="90000"/>
              </a:lnSpc>
            </a:pPr>
            <a:r>
              <a:rPr lang="en-US" sz="2800">
                <a:solidFill>
                  <a:srgbClr val="FFFFFF"/>
                </a:solidFill>
              </a:rPr>
              <a:t>Comparison Of ARIMA-SARIMA Predictions vs Actual Values </a:t>
            </a:r>
          </a:p>
        </p:txBody>
      </p:sp>
    </p:spTree>
    <p:extLst>
      <p:ext uri="{BB962C8B-B14F-4D97-AF65-F5344CB8AC3E}">
        <p14:creationId xmlns:p14="http://schemas.microsoft.com/office/powerpoint/2010/main" val="1142060718"/>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2BC60-6EBF-1FC8-F197-0B6EFDDBC9B9}"/>
              </a:ext>
            </a:extLst>
          </p:cNvPr>
          <p:cNvSpPr>
            <a:spLocks noGrp="1"/>
          </p:cNvSpPr>
          <p:nvPr>
            <p:ph type="title"/>
          </p:nvPr>
        </p:nvSpPr>
        <p:spPr>
          <a:xfrm>
            <a:off x="797793" y="220511"/>
            <a:ext cx="7840127" cy="770964"/>
          </a:xfrm>
        </p:spPr>
        <p:txBody>
          <a:bodyPr vert="horz" lIns="91440" tIns="45720" rIns="91440" bIns="45720" rtlCol="0" anchor="b">
            <a:normAutofit/>
          </a:bodyPr>
          <a:lstStyle/>
          <a:p>
            <a:r>
              <a:rPr lang="en-US"/>
              <a:t>TBATS Forecasting</a:t>
            </a:r>
          </a:p>
        </p:txBody>
      </p:sp>
      <p:pic>
        <p:nvPicPr>
          <p:cNvPr id="4" name="Content Placeholder 3" descr="A graph showing a graph&#10;&#10;AI-generated content may be incorrect.">
            <a:extLst>
              <a:ext uri="{FF2B5EF4-FFF2-40B4-BE49-F238E27FC236}">
                <a16:creationId xmlns:a16="http://schemas.microsoft.com/office/drawing/2014/main" id="{D4B755A9-5D11-895E-0B62-9C2C6591E27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5313" b="4490"/>
          <a:stretch/>
        </p:blipFill>
        <p:spPr bwMode="auto">
          <a:xfrm>
            <a:off x="2327" y="1024131"/>
            <a:ext cx="12191980" cy="5866525"/>
          </a:xfrm>
          <a:prstGeom prst="rect">
            <a:avLst/>
          </a:prstGeom>
          <a:noFill/>
        </p:spPr>
      </p:pic>
    </p:spTree>
    <p:extLst>
      <p:ext uri="{BB962C8B-B14F-4D97-AF65-F5344CB8AC3E}">
        <p14:creationId xmlns:p14="http://schemas.microsoft.com/office/powerpoint/2010/main" val="1201493800"/>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4ECF1-FC2D-96AF-8AF6-44737AC883B9}"/>
              </a:ext>
            </a:extLst>
          </p:cNvPr>
          <p:cNvSpPr>
            <a:spLocks noGrp="1"/>
          </p:cNvSpPr>
          <p:nvPr>
            <p:ph type="title"/>
          </p:nvPr>
        </p:nvSpPr>
        <p:spPr>
          <a:xfrm>
            <a:off x="700635" y="914400"/>
            <a:ext cx="10691265" cy="1020462"/>
          </a:xfrm>
        </p:spPr>
        <p:txBody>
          <a:bodyPr>
            <a:normAutofit/>
          </a:bodyPr>
          <a:lstStyle/>
          <a:p>
            <a:r>
              <a:rPr lang="en-US"/>
              <a:t>Forecasting Dashboard</a:t>
            </a:r>
          </a:p>
        </p:txBody>
      </p:sp>
      <p:pic>
        <p:nvPicPr>
          <p:cNvPr id="6" name="Content Placeholder 5" descr="A screenshot of a graph&#10;&#10;AI-generated content may be incorrect.">
            <a:extLst>
              <a:ext uri="{FF2B5EF4-FFF2-40B4-BE49-F238E27FC236}">
                <a16:creationId xmlns:a16="http://schemas.microsoft.com/office/drawing/2014/main" id="{B8311AD6-9C37-840F-A55E-D502F045A0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7889" y="1825625"/>
            <a:ext cx="10276222" cy="4351338"/>
          </a:xfrm>
        </p:spPr>
      </p:pic>
    </p:spTree>
    <p:extLst>
      <p:ext uri="{BB962C8B-B14F-4D97-AF65-F5344CB8AC3E}">
        <p14:creationId xmlns:p14="http://schemas.microsoft.com/office/powerpoint/2010/main" val="1669222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5B05-0E18-4654-2506-38EF69A4328F}"/>
              </a:ext>
            </a:extLst>
          </p:cNvPr>
          <p:cNvSpPr>
            <a:spLocks noGrp="1"/>
          </p:cNvSpPr>
          <p:nvPr>
            <p:ph type="title"/>
          </p:nvPr>
        </p:nvSpPr>
        <p:spPr>
          <a:xfrm>
            <a:off x="4308133" y="2873873"/>
            <a:ext cx="3575734" cy="1110254"/>
          </a:xfrm>
        </p:spPr>
        <p:txBody>
          <a:bodyPr vert="horz" lIns="91440" tIns="45720" rIns="91440" bIns="45720" rtlCol="0" anchor="ctr">
            <a:normAutofit/>
          </a:bodyPr>
          <a:lstStyle/>
          <a:p>
            <a:pPr algn="ctr"/>
            <a:r>
              <a:rPr lang="en-US" sz="6000"/>
              <a:t>Thank You</a:t>
            </a:r>
          </a:p>
        </p:txBody>
      </p:sp>
    </p:spTree>
    <p:extLst>
      <p:ext uri="{BB962C8B-B14F-4D97-AF65-F5344CB8AC3E}">
        <p14:creationId xmlns:p14="http://schemas.microsoft.com/office/powerpoint/2010/main" val="2083383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Forecasting Electrical Energy Consumption</vt:lpstr>
      <vt:lpstr>Introduction</vt:lpstr>
      <vt:lpstr>Hardware and Software Requirements</vt:lpstr>
      <vt:lpstr>Data Flow Diagram </vt:lpstr>
      <vt:lpstr>Dataset</vt:lpstr>
      <vt:lpstr>Code Snippets</vt:lpstr>
      <vt:lpstr>Some More Snippets</vt:lpstr>
      <vt:lpstr>Web UI Interface</vt:lpstr>
      <vt:lpstr>PowerPoint Presentation</vt:lpstr>
      <vt:lpstr>Dashboard</vt:lpstr>
      <vt:lpstr>Evaluation Metrics</vt:lpstr>
      <vt:lpstr>Comparison Of ARIMA-SARIMA Predictions vs Actual Values </vt:lpstr>
      <vt:lpstr>TBATS Forecasting</vt:lpstr>
      <vt:lpstr>Forecasting Dashboard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Vansh Sachdev</dc:creator>
  <cp:revision>1</cp:revision>
  <dcterms:created xsi:type="dcterms:W3CDTF">2025-02-16T14:33:47Z</dcterms:created>
  <dcterms:modified xsi:type="dcterms:W3CDTF">2025-02-18T05:52:48Z</dcterms:modified>
</cp:coreProperties>
</file>